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06" r:id="rId3"/>
    <p:sldId id="296" r:id="rId4"/>
    <p:sldId id="309" r:id="rId5"/>
    <p:sldId id="308" r:id="rId6"/>
    <p:sldId id="307" r:id="rId7"/>
    <p:sldId id="290" r:id="rId8"/>
    <p:sldId id="291" r:id="rId9"/>
    <p:sldId id="292" r:id="rId10"/>
    <p:sldId id="305" r:id="rId11"/>
    <p:sldId id="304" r:id="rId12"/>
    <p:sldId id="293" r:id="rId13"/>
    <p:sldId id="302" r:id="rId14"/>
    <p:sldId id="294" r:id="rId15"/>
    <p:sldId id="28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혜린" initials="김혜" lastIdx="1" clrIdx="0">
    <p:extLst>
      <p:ext uri="{19B8F6BF-5375-455C-9EA6-DF929625EA0E}">
        <p15:presenceInfo xmlns:p15="http://schemas.microsoft.com/office/powerpoint/2012/main" userId="6b1c8509a45f748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B6B4"/>
    <a:srgbClr val="AFC6D6"/>
    <a:srgbClr val="9ACECA"/>
    <a:srgbClr val="888888"/>
    <a:srgbClr val="FFFFFF"/>
    <a:srgbClr val="CDCDCD"/>
    <a:srgbClr val="75929B"/>
    <a:srgbClr val="73919C"/>
    <a:srgbClr val="EDD5BF"/>
    <a:srgbClr val="7490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9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5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81D47-22C4-4A3A-9EAF-9D5F95614CD1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7C914-6A7C-44F1-B87F-F9C7EF8C2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220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B15DC-4F9B-498C-B745-8CE392CC795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82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고찰 넣기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B15DC-4F9B-498C-B745-8CE392CC795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572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고찰 넣기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B15DC-4F9B-498C-B745-8CE392CC795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382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4EB56-EACD-42F3-99A7-E12B2D822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DD3D60-62C4-49B7-A772-5E7937538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B131F-44CE-484A-84EF-8AF81C71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B356A-D633-4F1A-BC6F-F9F4B6848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29B98E-CD1F-4826-9BB6-12A8ED8B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222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D7A8D6-13C3-40F5-A8DB-B3D74E79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016133-BA36-47A5-99E4-0C5AD2C3F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4386F6-8779-4F27-912C-EC74068B2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275408-753A-42A0-B440-A5B44B122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685D59-20DB-4EA8-81AC-DB9D6198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0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7D7A3-A1B1-4B5F-B5C7-4417B4EA8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E9D6ED-79D2-41AA-9496-6B2FE0EE7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7EE1B8-4660-4144-A556-9C4DC1235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97ABB9-90F6-458B-BAD6-0E0908BF2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0A542-3F31-4CD7-878F-45D8CDC39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184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802F5-9CA6-49FE-92D6-A3A2A2922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05484D-7D0D-43A8-AFCF-4E9911999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EE1282-18A7-4AA9-AE4B-AFAD960D8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CF7EBB-02E7-4989-AE76-D1F2EB93C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37E8F6-E637-4D44-BCE9-67FA7538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EA2012-E266-48C6-86D9-8B25687BB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584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1B8E77-DFDA-450E-B0E8-3A963E1E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3DDF2F-B846-42EE-BFD0-7CCD2979A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F17B7B-6C22-4423-B125-E95551051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C94117-B4F7-4781-BDF3-D5F9F3FAF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57ECB7-44F0-48AB-B0D2-925FF5B3BC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538AA4-5DD7-4110-BE93-66E77DBAD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093D44-25D9-438E-BC84-DBF622C68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D81903-F8E2-4BFD-A159-59B094BD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030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E4B31A-D1D6-4C99-8CBA-F84C33EE1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A418FF-A6B5-4E8D-8E2D-7D952750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1A8E8C-F211-48B8-BB23-635E7133B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350800-FC9D-4A20-9C6D-AD93E28D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388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75F020E-F855-45D6-A26F-228D843A6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C36F44-6818-4BC6-9D51-9C3EB6E46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467C45-E88C-41C9-A993-FE069201F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93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605BB-4A10-4F35-9B56-3446CC515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8D1351-2F9E-4445-AADC-F6D80CBB9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8A6B6B-F3A0-478F-9048-E979E00B2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35837D-D067-429F-A309-62A57F26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9B8B7B-B865-47B5-A801-4E62A7EA8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186CD5-F34E-405D-A22E-3E1AF851C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591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07FD5-D085-4C46-B64B-E7E7DA149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4286801-7E7D-4A01-989F-D391BCAB8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997303-1D82-4D1C-9A21-4C78A3AD6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C5765A-AC35-41E0-870F-3F31904E5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5863F0-AED6-4AF8-B886-9F740238B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A56797-BE19-432A-A1C2-41D5B83ED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0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961AC-8903-439C-89CB-8FB0299A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78A077-8542-4282-9924-2D43D49A5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4D9502-D07A-4A9B-B8BF-F43E54B3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D9B631-46CA-4F5B-8265-1AB931698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3C30C6-055B-4FCF-8F10-1769375B1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634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52FC391-D0D5-4F55-9C9D-478DF651D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829B47-A679-4394-BB8A-1453C372D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414928-E9C2-4D7B-8E92-42A463A3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714DFE-3EBB-4785-BD21-8FBB93DE4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F4C934-07DE-4C6F-A9C2-CCB422C85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236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9050614-A3DD-4EC6-98C3-5881B3B2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FDD2A2-AF01-4601-8392-0BBC0B4A4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04405F-03DB-48CA-A95F-A4F2A1350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7D5922-2D1C-4F3D-A635-71E2CA84A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66F0F-DCC2-439A-8AA2-608E34BB2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464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13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7.png"/><Relationship Id="rId5" Type="http://schemas.openxmlformats.org/officeDocument/2006/relationships/image" Target="../media/image3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26.png"/><Relationship Id="rId5" Type="http://schemas.openxmlformats.org/officeDocument/2006/relationships/image" Target="../media/image3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2.png"/><Relationship Id="rId10" Type="http://schemas.openxmlformats.org/officeDocument/2006/relationships/image" Target="../media/image33.png"/><Relationship Id="rId4" Type="http://schemas.openxmlformats.org/officeDocument/2006/relationships/image" Target="../media/image1.png"/><Relationship Id="rId9" Type="http://schemas.openxmlformats.org/officeDocument/2006/relationships/image" Target="../media/image3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sv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4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40.svg"/><Relationship Id="rId5" Type="http://schemas.openxmlformats.org/officeDocument/2006/relationships/image" Target="../media/image2.png"/><Relationship Id="rId10" Type="http://schemas.openxmlformats.org/officeDocument/2006/relationships/image" Target="../media/image39.png"/><Relationship Id="rId4" Type="http://schemas.openxmlformats.org/officeDocument/2006/relationships/image" Target="../media/image1.png"/><Relationship Id="rId9" Type="http://schemas.openxmlformats.org/officeDocument/2006/relationships/image" Target="../media/image3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sv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4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46.svg"/><Relationship Id="rId5" Type="http://schemas.openxmlformats.org/officeDocument/2006/relationships/image" Target="../media/image2.png"/><Relationship Id="rId10" Type="http://schemas.openxmlformats.org/officeDocument/2006/relationships/image" Target="../media/image45.png"/><Relationship Id="rId4" Type="http://schemas.openxmlformats.org/officeDocument/2006/relationships/image" Target="../media/image1.png"/><Relationship Id="rId9" Type="http://schemas.openxmlformats.org/officeDocument/2006/relationships/image" Target="../media/image4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5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52.png"/><Relationship Id="rId5" Type="http://schemas.openxmlformats.org/officeDocument/2006/relationships/image" Target="../media/image2.png"/><Relationship Id="rId10" Type="http://schemas.openxmlformats.org/officeDocument/2006/relationships/image" Target="../media/image51.svg"/><Relationship Id="rId4" Type="http://schemas.openxmlformats.org/officeDocument/2006/relationships/image" Target="../media/image1.png"/><Relationship Id="rId9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58.png"/><Relationship Id="rId5" Type="http://schemas.openxmlformats.org/officeDocument/2006/relationships/image" Target="../media/image3.png"/><Relationship Id="rId10" Type="http://schemas.openxmlformats.org/officeDocument/2006/relationships/image" Target="../media/image57.png"/><Relationship Id="rId4" Type="http://schemas.openxmlformats.org/officeDocument/2006/relationships/image" Target="../media/image2.png"/><Relationship Id="rId9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58C4ED42-E1E7-4819-9894-AC7DA80AAE7D}"/>
              </a:ext>
            </a:extLst>
          </p:cNvPr>
          <p:cNvGrpSpPr/>
          <p:nvPr/>
        </p:nvGrpSpPr>
        <p:grpSpPr>
          <a:xfrm>
            <a:off x="0" y="-254680"/>
            <a:ext cx="12192000" cy="7112681"/>
            <a:chOff x="0" y="-254680"/>
            <a:chExt cx="12192000" cy="7112681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CE17EA5E-BA9B-4908-A7A9-0D8320F5347C}"/>
                </a:ext>
              </a:extLst>
            </p:cNvPr>
            <p:cNvGrpSpPr/>
            <p:nvPr/>
          </p:nvGrpSpPr>
          <p:grpSpPr>
            <a:xfrm>
              <a:off x="0" y="-254680"/>
              <a:ext cx="12192000" cy="7112681"/>
              <a:chOff x="0" y="-254680"/>
              <a:chExt cx="12192000" cy="7112681"/>
            </a:xfrm>
          </p:grpSpPr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51A2452B-AF8A-4C5E-8F83-992D32C516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3731" y="2334211"/>
                <a:ext cx="451139" cy="3444057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7039D89F-4779-4AD6-8116-F5F41E3D1E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83229" y="1495928"/>
                <a:ext cx="461641" cy="3524236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B5A6F254-A542-44F7-9BD8-2F727BAE2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3731" y="728672"/>
                <a:ext cx="451139" cy="3429468"/>
              </a:xfrm>
              <a:prstGeom prst="rect">
                <a:avLst/>
              </a:prstGeom>
            </p:spPr>
          </p:pic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C8B0A0A0-6D2E-4C3F-A3DE-66767F05FC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35349" y="-254680"/>
                <a:ext cx="456651" cy="3486140"/>
              </a:xfrm>
              <a:prstGeom prst="rect">
                <a:avLst/>
              </a:prstGeom>
            </p:spPr>
          </p:pic>
          <p:pic>
            <p:nvPicPr>
              <p:cNvPr id="37" name="그림 36">
                <a:extLst>
                  <a:ext uri="{FF2B5EF4-FFF2-40B4-BE49-F238E27FC236}">
                    <a16:creationId xmlns:a16="http://schemas.microsoft.com/office/drawing/2014/main" id="{549D3476-48AF-4EB6-95D4-C491FCF440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5349" cy="6858001"/>
              </a:xfrm>
              <a:prstGeom prst="rect">
                <a:avLst/>
              </a:prstGeom>
            </p:spPr>
          </p:pic>
        </p:grp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310DA98-5C19-4D6D-B70A-7722793BD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6C27C3D0-8720-4342-B8F3-4E94AEFC4B68}"/>
              </a:ext>
            </a:extLst>
          </p:cNvPr>
          <p:cNvGrpSpPr/>
          <p:nvPr/>
        </p:nvGrpSpPr>
        <p:grpSpPr>
          <a:xfrm>
            <a:off x="1616031" y="1856716"/>
            <a:ext cx="8792075" cy="4121607"/>
            <a:chOff x="3028104" y="2007809"/>
            <a:chExt cx="3761184" cy="110314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FD99934-1C13-4282-82F1-537F0A52B4CA}"/>
                </a:ext>
              </a:extLst>
            </p:cNvPr>
            <p:cNvSpPr txBox="1"/>
            <p:nvPr/>
          </p:nvSpPr>
          <p:spPr>
            <a:xfrm>
              <a:off x="3028104" y="2047004"/>
              <a:ext cx="3761184" cy="281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700" kern="0" spc="-133" dirty="0">
                  <a:solidFill>
                    <a:srgbClr val="73919C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에스코어 드림 8 Heavy" pitchFamily="34" charset="0"/>
                </a:rPr>
                <a:t>PENTA</a:t>
              </a:r>
              <a:endParaRPr lang="ko-KR" altLang="en-US" sz="47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73919C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endParaRP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571CCFFB-B636-4F07-AA6C-9E9B5CDD86A3}"/>
                </a:ext>
              </a:extLst>
            </p:cNvPr>
            <p:cNvCxnSpPr/>
            <p:nvPr/>
          </p:nvCxnSpPr>
          <p:spPr>
            <a:xfrm>
              <a:off x="4305740" y="2007809"/>
              <a:ext cx="2057671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7A7210FD-E4C9-48C5-8616-F1BAC2EB8DD2}"/>
                </a:ext>
              </a:extLst>
            </p:cNvPr>
            <p:cNvCxnSpPr/>
            <p:nvPr/>
          </p:nvCxnSpPr>
          <p:spPr>
            <a:xfrm>
              <a:off x="3380522" y="2007809"/>
              <a:ext cx="925218" cy="0"/>
            </a:xfrm>
            <a:prstGeom prst="line">
              <a:avLst/>
            </a:prstGeom>
            <a:ln w="57150">
              <a:solidFill>
                <a:srgbClr val="739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B0E8EBE-43F9-4D9C-8EEF-BDE724A96ACC}"/>
                </a:ext>
              </a:extLst>
            </p:cNvPr>
            <p:cNvCxnSpPr/>
            <p:nvPr/>
          </p:nvCxnSpPr>
          <p:spPr>
            <a:xfrm>
              <a:off x="3391181" y="2545981"/>
              <a:ext cx="2057671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2702BF6-4648-4339-8E7B-1D873FCA33CC}"/>
                </a:ext>
              </a:extLst>
            </p:cNvPr>
            <p:cNvCxnSpPr/>
            <p:nvPr/>
          </p:nvCxnSpPr>
          <p:spPr>
            <a:xfrm>
              <a:off x="5447719" y="2545981"/>
              <a:ext cx="925218" cy="0"/>
            </a:xfrm>
            <a:prstGeom prst="line">
              <a:avLst/>
            </a:prstGeom>
            <a:ln w="57150">
              <a:solidFill>
                <a:srgbClr val="739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4B2067C-4E2A-4FDD-A021-11F1DA4909C6}"/>
                </a:ext>
              </a:extLst>
            </p:cNvPr>
            <p:cNvSpPr txBox="1"/>
            <p:nvPr/>
          </p:nvSpPr>
          <p:spPr>
            <a:xfrm>
              <a:off x="3402906" y="3003867"/>
              <a:ext cx="3011580" cy="107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10X10" panose="020D0604000000000000" pitchFamily="50" charset="-127"/>
                  <a:ea typeface="10X10" panose="020D0604000000000000" pitchFamily="50" charset="-127"/>
                </a:rPr>
                <a:t>5</a:t>
              </a:r>
              <a:r>
                <a:rPr lang="ko-KR" altLang="en-US" sz="20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10X10" panose="020D0604000000000000" pitchFamily="50" charset="-127"/>
                  <a:ea typeface="10X10" panose="020D0604000000000000" pitchFamily="50" charset="-127"/>
                </a:rPr>
                <a:t>조</a:t>
              </a:r>
              <a:r>
                <a:rPr lang="ko-KR" altLang="en-US" sz="20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10X10" panose="020D0604000000000000" pitchFamily="50" charset="-127"/>
                  <a:ea typeface="10X10" panose="020D0604000000000000" pitchFamily="50" charset="-127"/>
                </a:rPr>
                <a:t>  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91B13E3-7723-4A41-B23B-39F6706FF9B2}"/>
              </a:ext>
            </a:extLst>
          </p:cNvPr>
          <p:cNvSpPr txBox="1"/>
          <p:nvPr/>
        </p:nvSpPr>
        <p:spPr>
          <a:xfrm>
            <a:off x="2964068" y="2914784"/>
            <a:ext cx="609600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700" kern="0" spc="-133" dirty="0">
                <a:solidFill>
                  <a:srgbClr val="4949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8 Heavy" pitchFamily="34" charset="0"/>
              </a:rPr>
              <a:t>CLOUD</a:t>
            </a:r>
            <a:endParaRPr lang="en-US" altLang="ko-KR" sz="4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9D88970-01F2-456F-9A7D-64F961B511A2}"/>
              </a:ext>
            </a:extLst>
          </p:cNvPr>
          <p:cNvGrpSpPr/>
          <p:nvPr/>
        </p:nvGrpSpPr>
        <p:grpSpPr>
          <a:xfrm>
            <a:off x="11738549" y="697819"/>
            <a:ext cx="461665" cy="1534475"/>
            <a:chOff x="11770079" y="697819"/>
            <a:chExt cx="461665" cy="153447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9DD996E-95FB-45A1-BA26-9696A77B30F0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513043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Introduction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C3A9D7AC-5EBB-4B09-A841-8FFC03190CBF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697819"/>
              <a:ext cx="0" cy="1534475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087974F-8E72-42FC-9B1E-479B4DF0904F}"/>
              </a:ext>
            </a:extLst>
          </p:cNvPr>
          <p:cNvCxnSpPr>
            <a:cxnSpLocks/>
          </p:cNvCxnSpPr>
          <p:nvPr/>
        </p:nvCxnSpPr>
        <p:spPr>
          <a:xfrm flipV="1">
            <a:off x="5753761" y="5948506"/>
            <a:ext cx="537708" cy="102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47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036BCFF6-B0C1-4E1D-A26D-22B985C0F0B8}"/>
              </a:ext>
            </a:extLst>
          </p:cNvPr>
          <p:cNvGrpSpPr/>
          <p:nvPr/>
        </p:nvGrpSpPr>
        <p:grpSpPr>
          <a:xfrm>
            <a:off x="0" y="-254680"/>
            <a:ext cx="12192000" cy="7112681"/>
            <a:chOff x="0" y="-254680"/>
            <a:chExt cx="12192000" cy="7112681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26CD2102-0D3E-4233-8F90-40EB45A32B39}"/>
                </a:ext>
              </a:extLst>
            </p:cNvPr>
            <p:cNvGrpSpPr/>
            <p:nvPr/>
          </p:nvGrpSpPr>
          <p:grpSpPr>
            <a:xfrm>
              <a:off x="0" y="-254680"/>
              <a:ext cx="12192000" cy="7112681"/>
              <a:chOff x="0" y="-254680"/>
              <a:chExt cx="12192000" cy="7112681"/>
            </a:xfrm>
          </p:grpSpPr>
          <p:pic>
            <p:nvPicPr>
              <p:cNvPr id="59" name="그림 58">
                <a:extLst>
                  <a:ext uri="{FF2B5EF4-FFF2-40B4-BE49-F238E27FC236}">
                    <a16:creationId xmlns:a16="http://schemas.microsoft.com/office/drawing/2014/main" id="{E2CE7CF9-F4CF-488A-BD6C-B2A817F429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3731" y="2334211"/>
                <a:ext cx="451139" cy="3444057"/>
              </a:xfrm>
              <a:prstGeom prst="rect">
                <a:avLst/>
              </a:prstGeom>
            </p:spPr>
          </p:pic>
          <p:pic>
            <p:nvPicPr>
              <p:cNvPr id="60" name="그림 59">
                <a:extLst>
                  <a:ext uri="{FF2B5EF4-FFF2-40B4-BE49-F238E27FC236}">
                    <a16:creationId xmlns:a16="http://schemas.microsoft.com/office/drawing/2014/main" id="{E31AEDD3-4E90-4412-A867-189E70338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83229" y="1495928"/>
                <a:ext cx="461641" cy="3524236"/>
              </a:xfrm>
              <a:prstGeom prst="rect">
                <a:avLst/>
              </a:prstGeom>
            </p:spPr>
          </p:pic>
          <p:pic>
            <p:nvPicPr>
              <p:cNvPr id="61" name="그림 60">
                <a:extLst>
                  <a:ext uri="{FF2B5EF4-FFF2-40B4-BE49-F238E27FC236}">
                    <a16:creationId xmlns:a16="http://schemas.microsoft.com/office/drawing/2014/main" id="{FA471064-A940-4154-874E-46AD88D41C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3731" y="728672"/>
                <a:ext cx="451139" cy="3429468"/>
              </a:xfrm>
              <a:prstGeom prst="rect">
                <a:avLst/>
              </a:prstGeom>
            </p:spPr>
          </p:pic>
          <p:pic>
            <p:nvPicPr>
              <p:cNvPr id="62" name="그림 61">
                <a:extLst>
                  <a:ext uri="{FF2B5EF4-FFF2-40B4-BE49-F238E27FC236}">
                    <a16:creationId xmlns:a16="http://schemas.microsoft.com/office/drawing/2014/main" id="{5AD37DF4-9578-4E18-BC89-ADD2D6221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35349" y="-254680"/>
                <a:ext cx="456651" cy="3486140"/>
              </a:xfrm>
              <a:prstGeom prst="rect">
                <a:avLst/>
              </a:prstGeom>
            </p:spPr>
          </p:pic>
          <p:pic>
            <p:nvPicPr>
              <p:cNvPr id="63" name="그림 62">
                <a:extLst>
                  <a:ext uri="{FF2B5EF4-FFF2-40B4-BE49-F238E27FC236}">
                    <a16:creationId xmlns:a16="http://schemas.microsoft.com/office/drawing/2014/main" id="{FE0DE5A9-B9BC-4415-BA13-10E87D4100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5349" cy="6858001"/>
              </a:xfrm>
              <a:prstGeom prst="rect">
                <a:avLst/>
              </a:prstGeom>
            </p:spPr>
          </p:pic>
        </p:grp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8F1AEFF2-2638-4DCB-9A7D-3BEBF814E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8904F7C-2205-4FD8-81AE-318E782AA7ED}"/>
              </a:ext>
            </a:extLst>
          </p:cNvPr>
          <p:cNvGrpSpPr/>
          <p:nvPr/>
        </p:nvGrpSpPr>
        <p:grpSpPr>
          <a:xfrm>
            <a:off x="2367454" y="3225685"/>
            <a:ext cx="6930226" cy="0"/>
            <a:chOff x="2759108" y="3426501"/>
            <a:chExt cx="6930226" cy="0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03014178-7A6B-4ACA-A2E2-FDF86F903537}"/>
                </a:ext>
              </a:extLst>
            </p:cNvPr>
            <p:cNvCxnSpPr>
              <a:cxnSpLocks/>
            </p:cNvCxnSpPr>
            <p:nvPr/>
          </p:nvCxnSpPr>
          <p:spPr>
            <a:xfrm>
              <a:off x="2759108" y="3426501"/>
              <a:ext cx="271401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F348FBA1-4399-4D2E-A132-4E7BAAC879A0}"/>
                </a:ext>
              </a:extLst>
            </p:cNvPr>
            <p:cNvCxnSpPr>
              <a:cxnSpLocks/>
            </p:cNvCxnSpPr>
            <p:nvPr/>
          </p:nvCxnSpPr>
          <p:spPr>
            <a:xfrm>
              <a:off x="5967603" y="3426501"/>
              <a:ext cx="271401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33FE6168-4060-4074-896E-F10C2A102DDB}"/>
                </a:ext>
              </a:extLst>
            </p:cNvPr>
            <p:cNvCxnSpPr>
              <a:cxnSpLocks/>
            </p:cNvCxnSpPr>
            <p:nvPr/>
          </p:nvCxnSpPr>
          <p:spPr>
            <a:xfrm>
              <a:off x="9417933" y="3426501"/>
              <a:ext cx="271401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FC29DA01-4E2A-4C68-8699-7F61731100B3}"/>
              </a:ext>
            </a:extLst>
          </p:cNvPr>
          <p:cNvGrpSpPr/>
          <p:nvPr/>
        </p:nvGrpSpPr>
        <p:grpSpPr>
          <a:xfrm>
            <a:off x="873281" y="2414102"/>
            <a:ext cx="9947190" cy="1896509"/>
            <a:chOff x="1346886" y="2661202"/>
            <a:chExt cx="9947190" cy="189650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5493929-63F2-4C7A-B9F1-E2912074FFFD}"/>
                </a:ext>
              </a:extLst>
            </p:cNvPr>
            <p:cNvGrpSpPr/>
            <p:nvPr/>
          </p:nvGrpSpPr>
          <p:grpSpPr>
            <a:xfrm>
              <a:off x="1346886" y="2661202"/>
              <a:ext cx="9947190" cy="1896509"/>
              <a:chOff x="1346886" y="2661202"/>
              <a:chExt cx="9947190" cy="1896509"/>
            </a:xfrm>
          </p:grpSpPr>
          <p:cxnSp>
            <p:nvCxnSpPr>
              <p:cNvPr id="5" name="직선 연결선 4">
                <a:extLst>
                  <a:ext uri="{FF2B5EF4-FFF2-40B4-BE49-F238E27FC236}">
                    <a16:creationId xmlns:a16="http://schemas.microsoft.com/office/drawing/2014/main" id="{422A5E84-BD85-4D19-804E-5079006FB7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5315" y="2661202"/>
                <a:ext cx="7918761" cy="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1AF6B03E-8D82-4A7D-AB98-4DC77D0B8A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6886" y="2661202"/>
                <a:ext cx="2892525" cy="0"/>
              </a:xfrm>
              <a:prstGeom prst="line">
                <a:avLst/>
              </a:prstGeom>
              <a:ln w="57150">
                <a:solidFill>
                  <a:srgbClr val="75929B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EB795D1E-D3A1-4DD5-9ADF-A2A56077C2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6886" y="4557711"/>
                <a:ext cx="7775462" cy="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8A830BA9-9819-40AF-9174-9F3C0B86FEF2}"/>
                </a:ext>
              </a:extLst>
            </p:cNvPr>
            <p:cNvGrpSpPr/>
            <p:nvPr/>
          </p:nvGrpSpPr>
          <p:grpSpPr>
            <a:xfrm>
              <a:off x="1811454" y="3082364"/>
              <a:ext cx="8962112" cy="987368"/>
              <a:chOff x="1811454" y="3082364"/>
              <a:chExt cx="8962112" cy="987368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DE56E4-AA2C-4A5D-A0AE-5AD81A7F913D}"/>
                  </a:ext>
                </a:extLst>
              </p:cNvPr>
              <p:cNvSpPr txBox="1"/>
              <p:nvPr/>
            </p:nvSpPr>
            <p:spPr>
              <a:xfrm>
                <a:off x="2752159" y="3082364"/>
                <a:ext cx="948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01</a:t>
                </a:r>
                <a:endPara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에스코어 드림 6 Bold" panose="020B0703030302020204" pitchFamily="34" charset="-127"/>
                  <a:ea typeface="에스코어 드림 6 Bold" panose="020B0703030302020204" pitchFamily="34" charset="-127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59BD9C-0234-4E89-8408-CEE87989B024}"/>
                  </a:ext>
                </a:extLst>
              </p:cNvPr>
              <p:cNvSpPr txBox="1"/>
              <p:nvPr/>
            </p:nvSpPr>
            <p:spPr>
              <a:xfrm>
                <a:off x="5945475" y="3082364"/>
                <a:ext cx="948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02</a:t>
                </a:r>
                <a:endPara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에스코어 드림 6 Bold" panose="020B0703030302020204" pitchFamily="34" charset="-127"/>
                  <a:ea typeface="에스코어 드림 6 Bold" panose="020B0703030302020204" pitchFamily="34" charset="-127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3DF0FD-0525-45AC-8BA6-8EA3AA4A8ADC}"/>
                  </a:ext>
                </a:extLst>
              </p:cNvPr>
              <p:cNvSpPr txBox="1"/>
              <p:nvPr/>
            </p:nvSpPr>
            <p:spPr>
              <a:xfrm>
                <a:off x="9394827" y="3082364"/>
                <a:ext cx="948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03</a:t>
                </a:r>
                <a:endPara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에스코어 드림 6 Bold" panose="020B0703030302020204" pitchFamily="34" charset="-127"/>
                  <a:ea typeface="에스코어 드림 6 Bold" panose="020B0703030302020204" pitchFamily="34" charset="-127"/>
                </a:endParaRPr>
              </a:p>
            </p:txBody>
          </p: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7BF048F4-9710-4B49-A568-35353B8087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0890" y="3082364"/>
                <a:ext cx="0" cy="987368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7A619A80-A42C-40AD-B9E6-EA0B6F523E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6232" y="3082364"/>
                <a:ext cx="0" cy="987368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38C333-A81F-471E-8C2C-DEAC0DE22705}"/>
                  </a:ext>
                </a:extLst>
              </p:cNvPr>
              <p:cNvSpPr txBox="1"/>
              <p:nvPr/>
            </p:nvSpPr>
            <p:spPr>
              <a:xfrm>
                <a:off x="1811454" y="3513661"/>
                <a:ext cx="23189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4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rgbClr val="40404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SCENARIO</a:t>
                </a:r>
                <a:endParaRPr lang="ko-KR" altLang="en-US" sz="2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40404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에스코어 드림 6 Bold" panose="020B0703030302020204" pitchFamily="34" charset="-127"/>
                  <a:ea typeface="에스코어 드림 6 Bold" panose="020B0703030302020204" pitchFamily="34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FA6F7F-E8B8-4D19-BC79-29D113D94667}"/>
                  </a:ext>
                </a:extLst>
              </p:cNvPr>
              <p:cNvSpPr txBox="1"/>
              <p:nvPr/>
            </p:nvSpPr>
            <p:spPr>
              <a:xfrm>
                <a:off x="3432427" y="3513661"/>
                <a:ext cx="548829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2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rgbClr val="40404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Consulting &amp; Solution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F305B44-B1EE-4D10-9DC3-47FF6FDD30AB}"/>
                  </a:ext>
                </a:extLst>
              </p:cNvPr>
              <p:cNvSpPr txBox="1"/>
              <p:nvPr/>
            </p:nvSpPr>
            <p:spPr>
              <a:xfrm>
                <a:off x="8397302" y="3513661"/>
                <a:ext cx="23762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4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rgbClr val="40404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Conclusion</a:t>
                </a:r>
                <a:endParaRPr lang="ko-KR" altLang="en-US" sz="2400" b="1" dirty="0">
                  <a:solidFill>
                    <a:srgbClr val="40404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endParaRPr>
              </a:p>
            </p:txBody>
          </p:sp>
        </p:grpSp>
      </p:grp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6F7B7CC-9D31-4425-94C3-41FD465E7EA2}"/>
              </a:ext>
            </a:extLst>
          </p:cNvPr>
          <p:cNvCxnSpPr>
            <a:cxnSpLocks/>
          </p:cNvCxnSpPr>
          <p:nvPr/>
        </p:nvCxnSpPr>
        <p:spPr>
          <a:xfrm>
            <a:off x="7796257" y="4310611"/>
            <a:ext cx="3036957" cy="0"/>
          </a:xfrm>
          <a:prstGeom prst="line">
            <a:avLst/>
          </a:prstGeom>
          <a:ln w="57150">
            <a:solidFill>
              <a:srgbClr val="75929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6DB6B9F-4F1B-404E-ABC8-A19E8B444668}"/>
              </a:ext>
            </a:extLst>
          </p:cNvPr>
          <p:cNvGrpSpPr/>
          <p:nvPr/>
        </p:nvGrpSpPr>
        <p:grpSpPr>
          <a:xfrm>
            <a:off x="11738549" y="697819"/>
            <a:ext cx="461665" cy="1534475"/>
            <a:chOff x="11770079" y="697819"/>
            <a:chExt cx="461665" cy="153447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05876D6-FD2B-4175-8F0A-A3C4B0EFAB02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513043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Introduction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B3C4ACA0-60B2-493E-9331-CB42D2ED77ED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697819"/>
              <a:ext cx="0" cy="1534475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E3ED6AB-D002-4B26-9F58-D7F9807C56FA}"/>
              </a:ext>
            </a:extLst>
          </p:cNvPr>
          <p:cNvGrpSpPr/>
          <p:nvPr/>
        </p:nvGrpSpPr>
        <p:grpSpPr>
          <a:xfrm>
            <a:off x="5213756" y="289986"/>
            <a:ext cx="995785" cy="756032"/>
            <a:chOff x="5213756" y="1247305"/>
            <a:chExt cx="995785" cy="756032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955F5DC-3ACA-4E35-9B1E-6602BE66F0EA}"/>
                </a:ext>
              </a:extLst>
            </p:cNvPr>
            <p:cNvSpPr txBox="1"/>
            <p:nvPr/>
          </p:nvSpPr>
          <p:spPr>
            <a:xfrm>
              <a:off x="5213756" y="1403173"/>
              <a:ext cx="995785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300" dirty="0">
                  <a:solidFill>
                    <a:srgbClr val="49494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목차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DF4723CA-24DB-4C8F-BE28-B2E0B11CB305}"/>
                </a:ext>
              </a:extLst>
            </p:cNvPr>
            <p:cNvSpPr txBox="1"/>
            <p:nvPr/>
          </p:nvSpPr>
          <p:spPr>
            <a:xfrm>
              <a:off x="5273515" y="1247305"/>
              <a:ext cx="8762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73919C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Contents</a:t>
              </a:r>
              <a:endParaRPr lang="ko-KR" altLang="en-US" sz="1200" dirty="0">
                <a:solidFill>
                  <a:srgbClr val="73919C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CD617D30-79AA-4FEE-B923-48098E1D3081}"/>
                </a:ext>
              </a:extLst>
            </p:cNvPr>
            <p:cNvCxnSpPr>
              <a:cxnSpLocks/>
            </p:cNvCxnSpPr>
            <p:nvPr/>
          </p:nvCxnSpPr>
          <p:spPr>
            <a:xfrm>
              <a:off x="5405892" y="1989030"/>
              <a:ext cx="594159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2028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036BCFF6-B0C1-4E1D-A26D-22B985C0F0B8}"/>
              </a:ext>
            </a:extLst>
          </p:cNvPr>
          <p:cNvGrpSpPr/>
          <p:nvPr/>
        </p:nvGrpSpPr>
        <p:grpSpPr>
          <a:xfrm>
            <a:off x="0" y="-254680"/>
            <a:ext cx="12192000" cy="7112681"/>
            <a:chOff x="0" y="-254680"/>
            <a:chExt cx="12192000" cy="7112681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26CD2102-0D3E-4233-8F90-40EB45A32B39}"/>
                </a:ext>
              </a:extLst>
            </p:cNvPr>
            <p:cNvGrpSpPr/>
            <p:nvPr/>
          </p:nvGrpSpPr>
          <p:grpSpPr>
            <a:xfrm>
              <a:off x="0" y="-254680"/>
              <a:ext cx="12192000" cy="7112681"/>
              <a:chOff x="0" y="-254680"/>
              <a:chExt cx="12192000" cy="7112681"/>
            </a:xfrm>
          </p:grpSpPr>
          <p:pic>
            <p:nvPicPr>
              <p:cNvPr id="59" name="그림 58">
                <a:extLst>
                  <a:ext uri="{FF2B5EF4-FFF2-40B4-BE49-F238E27FC236}">
                    <a16:creationId xmlns:a16="http://schemas.microsoft.com/office/drawing/2014/main" id="{E2CE7CF9-F4CF-488A-BD6C-B2A817F429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3731" y="2334211"/>
                <a:ext cx="451139" cy="3444057"/>
              </a:xfrm>
              <a:prstGeom prst="rect">
                <a:avLst/>
              </a:prstGeom>
            </p:spPr>
          </p:pic>
          <p:pic>
            <p:nvPicPr>
              <p:cNvPr id="60" name="그림 59">
                <a:extLst>
                  <a:ext uri="{FF2B5EF4-FFF2-40B4-BE49-F238E27FC236}">
                    <a16:creationId xmlns:a16="http://schemas.microsoft.com/office/drawing/2014/main" id="{E31AEDD3-4E90-4412-A867-189E70338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83229" y="1495928"/>
                <a:ext cx="461641" cy="3524236"/>
              </a:xfrm>
              <a:prstGeom prst="rect">
                <a:avLst/>
              </a:prstGeom>
            </p:spPr>
          </p:pic>
          <p:pic>
            <p:nvPicPr>
              <p:cNvPr id="61" name="그림 60">
                <a:extLst>
                  <a:ext uri="{FF2B5EF4-FFF2-40B4-BE49-F238E27FC236}">
                    <a16:creationId xmlns:a16="http://schemas.microsoft.com/office/drawing/2014/main" id="{FA471064-A940-4154-874E-46AD88D41C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3731" y="728672"/>
                <a:ext cx="451139" cy="3429468"/>
              </a:xfrm>
              <a:prstGeom prst="rect">
                <a:avLst/>
              </a:prstGeom>
            </p:spPr>
          </p:pic>
          <p:pic>
            <p:nvPicPr>
              <p:cNvPr id="62" name="그림 61">
                <a:extLst>
                  <a:ext uri="{FF2B5EF4-FFF2-40B4-BE49-F238E27FC236}">
                    <a16:creationId xmlns:a16="http://schemas.microsoft.com/office/drawing/2014/main" id="{5AD37DF4-9578-4E18-BC89-ADD2D6221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35349" y="-254680"/>
                <a:ext cx="456651" cy="3486140"/>
              </a:xfrm>
              <a:prstGeom prst="rect">
                <a:avLst/>
              </a:prstGeom>
            </p:spPr>
          </p:pic>
          <p:pic>
            <p:nvPicPr>
              <p:cNvPr id="63" name="그림 62">
                <a:extLst>
                  <a:ext uri="{FF2B5EF4-FFF2-40B4-BE49-F238E27FC236}">
                    <a16:creationId xmlns:a16="http://schemas.microsoft.com/office/drawing/2014/main" id="{FE0DE5A9-B9BC-4415-BA13-10E87D4100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5349" cy="6858001"/>
              </a:xfrm>
              <a:prstGeom prst="rect">
                <a:avLst/>
              </a:prstGeom>
            </p:spPr>
          </p:pic>
        </p:grp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8F1AEFF2-2638-4DCB-9A7D-3BEBF814E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6DB6B9F-4F1B-404E-ABC8-A19E8B444668}"/>
              </a:ext>
            </a:extLst>
          </p:cNvPr>
          <p:cNvGrpSpPr/>
          <p:nvPr/>
        </p:nvGrpSpPr>
        <p:grpSpPr>
          <a:xfrm>
            <a:off x="11738549" y="697819"/>
            <a:ext cx="461665" cy="1534475"/>
            <a:chOff x="11770079" y="697819"/>
            <a:chExt cx="461665" cy="153447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05876D6-FD2B-4175-8F0A-A3C4B0EFAB02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513043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Introduction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B3C4ACA0-60B2-493E-9331-CB42D2ED77ED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697819"/>
              <a:ext cx="0" cy="1534475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1" name="표 21">
            <a:extLst>
              <a:ext uri="{FF2B5EF4-FFF2-40B4-BE49-F238E27FC236}">
                <a16:creationId xmlns:a16="http://schemas.microsoft.com/office/drawing/2014/main" id="{9B5619FB-C28F-4652-88AE-3FE9F799512B}"/>
              </a:ext>
            </a:extLst>
          </p:cNvPr>
          <p:cNvGraphicFramePr>
            <a:graphicFrameLocks noGrp="1"/>
          </p:cNvGraphicFramePr>
          <p:nvPr/>
        </p:nvGraphicFramePr>
        <p:xfrm>
          <a:off x="408510" y="1519337"/>
          <a:ext cx="10920269" cy="47522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66333">
                  <a:extLst>
                    <a:ext uri="{9D8B030D-6E8A-4147-A177-3AD203B41FA5}">
                      <a16:colId xmlns:a16="http://schemas.microsoft.com/office/drawing/2014/main" val="3134555486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229243303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2137323923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3527384356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2039409198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3751952387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2598049036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798111252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1352608903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423337683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4055487841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2866537504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1059929055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2802981087"/>
                    </a:ext>
                  </a:extLst>
                </a:gridCol>
              </a:tblGrid>
              <a:tr h="44226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400331"/>
                  </a:ext>
                </a:extLst>
              </a:tr>
              <a:tr h="8619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rgbClr val="56717A"/>
                          </a:solidFill>
                          <a:latin typeface="에스코어 드림 8 Heavy" panose="020B0903030302020204" pitchFamily="34" charset="-127"/>
                          <a:ea typeface="에스코어 드림 8 Heavy" panose="020B0903030302020204" pitchFamily="34" charset="-127"/>
                        </a:rPr>
                        <a:t>시나리오 설정</a:t>
                      </a:r>
                      <a:endParaRPr lang="en-US" altLang="ko-KR" sz="1600" dirty="0">
                        <a:solidFill>
                          <a:srgbClr val="56717A"/>
                        </a:solidFill>
                        <a:latin typeface="에스코어 드림 8 Heavy" panose="020B0903030302020204" pitchFamily="34" charset="-127"/>
                        <a:ea typeface="에스코어 드림 8 Heavy" panose="020B0903030302020204" pitchFamily="34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컨셉 설정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기술 회의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E1E1E1"/>
                    </a:solidFill>
                  </a:tcPr>
                </a:tc>
                <a:tc gridSpan="1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52563"/>
                  </a:ext>
                </a:extLst>
              </a:tr>
              <a:tr h="8619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rgbClr val="4C8A89"/>
                          </a:solidFill>
                          <a:latin typeface="에스코어 드림 8 Heavy" panose="020B0903030302020204" pitchFamily="34" charset="-127"/>
                          <a:ea typeface="에스코어 드림 8 Heavy" panose="020B0903030302020204" pitchFamily="34" charset="-127"/>
                        </a:rPr>
                        <a:t>발표 준비</a:t>
                      </a:r>
                      <a:endParaRPr lang="en-US" altLang="ko-KR" sz="1600" dirty="0">
                        <a:solidFill>
                          <a:srgbClr val="4C8A89"/>
                        </a:solidFill>
                        <a:latin typeface="에스코어 드림 8 Heavy" panose="020B0903030302020204" pitchFamily="34" charset="-127"/>
                        <a:ea typeface="에스코어 드림 8 Heavy" panose="020B0903030302020204" pitchFamily="34" charset="-127"/>
                      </a:endParaRPr>
                    </a:p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PPT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제작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대본 작성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 gridSpan="1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381655"/>
                  </a:ext>
                </a:extLst>
              </a:tr>
              <a:tr h="8619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rgbClr val="53ABA5"/>
                          </a:solidFill>
                          <a:latin typeface="에스코어 드림 8 Heavy" panose="020B0903030302020204" pitchFamily="34" charset="-127"/>
                          <a:ea typeface="에스코어 드림 8 Heavy" panose="020B0903030302020204" pitchFamily="34" charset="-127"/>
                        </a:rPr>
                        <a:t>기술문서 작성</a:t>
                      </a:r>
                      <a:endParaRPr lang="en-US" altLang="ko-KR" sz="1600" dirty="0">
                        <a:solidFill>
                          <a:srgbClr val="53ABA5"/>
                        </a:solidFill>
                        <a:latin typeface="에스코어 드림 8 Heavy" panose="020B0903030302020204" pitchFamily="34" charset="-127"/>
                        <a:ea typeface="에스코어 드림 8 Heavy" panose="020B0903030302020204" pitchFamily="34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네트워크 인프라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DB,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웹 서버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AWS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등</a:t>
                      </a:r>
                    </a:p>
                  </a:txBody>
                  <a:tcPr anchor="ctr">
                    <a:solidFill>
                      <a:srgbClr val="E1E1E1"/>
                    </a:solidFill>
                  </a:tcPr>
                </a:tc>
                <a:tc gridSpan="1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956043"/>
                  </a:ext>
                </a:extLst>
              </a:tr>
              <a:tr h="8619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rgbClr val="628FAE"/>
                          </a:solidFill>
                          <a:latin typeface="에스코어 드림 8 Heavy" panose="020B0903030302020204" pitchFamily="34" charset="-127"/>
                          <a:ea typeface="에스코어 드림 8 Heavy" panose="020B0903030302020204" pitchFamily="34" charset="-127"/>
                        </a:rPr>
                        <a:t>온 </a:t>
                      </a:r>
                      <a:r>
                        <a:rPr lang="ko-KR" altLang="en-US" sz="1600" dirty="0" err="1">
                          <a:solidFill>
                            <a:srgbClr val="628FAE"/>
                          </a:solidFill>
                          <a:latin typeface="에스코어 드림 8 Heavy" panose="020B0903030302020204" pitchFamily="34" charset="-127"/>
                          <a:ea typeface="에스코어 드림 8 Heavy" panose="020B0903030302020204" pitchFamily="34" charset="-127"/>
                        </a:rPr>
                        <a:t>프레미스</a:t>
                      </a:r>
                      <a:r>
                        <a:rPr lang="ko-KR" altLang="en-US" sz="1600" dirty="0">
                          <a:solidFill>
                            <a:srgbClr val="628FAE"/>
                          </a:solidFill>
                          <a:latin typeface="에스코어 드림 8 Heavy" panose="020B0903030302020204" pitchFamily="34" charset="-127"/>
                          <a:ea typeface="에스코어 드림 8 Heavy" panose="020B0903030302020204" pitchFamily="34" charset="-127"/>
                        </a:rPr>
                        <a:t> 구축</a:t>
                      </a:r>
                      <a:endParaRPr lang="en-US" altLang="ko-KR" sz="1600" dirty="0">
                        <a:solidFill>
                          <a:srgbClr val="628FAE"/>
                        </a:solidFill>
                        <a:latin typeface="에스코어 드림 8 Heavy" panose="020B0903030302020204" pitchFamily="34" charset="-127"/>
                        <a:ea typeface="에스코어 드림 8 Heavy" panose="020B0903030302020204" pitchFamily="34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네트워크 인프라 구성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웹 서버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DB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서버 등 구축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 gridSpan="1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904273"/>
                  </a:ext>
                </a:extLst>
              </a:tr>
              <a:tr h="8619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rgbClr val="3C5D74"/>
                          </a:solidFill>
                          <a:latin typeface="에스코어 드림 8 Heavy" panose="020B0903030302020204" pitchFamily="34" charset="-127"/>
                          <a:ea typeface="에스코어 드림 8 Heavy" panose="020B0903030302020204" pitchFamily="34" charset="-127"/>
                        </a:rPr>
                        <a:t>클라우드 인프라 구축</a:t>
                      </a:r>
                      <a:endParaRPr lang="en-US" altLang="ko-KR" sz="1600" dirty="0">
                        <a:solidFill>
                          <a:srgbClr val="3C5D74"/>
                        </a:solidFill>
                        <a:latin typeface="에스코어 드림 8 Heavy" panose="020B0903030302020204" pitchFamily="34" charset="-127"/>
                        <a:ea typeface="에스코어 드림 8 Heavy" panose="020B0903030302020204" pitchFamily="34" charset="-127"/>
                      </a:endParaRPr>
                    </a:p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Amazon Web Service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를 이용한 인프라 구축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E1E1E1"/>
                    </a:solidFill>
                  </a:tcPr>
                </a:tc>
                <a:tc gridSpan="1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372635"/>
                  </a:ext>
                </a:extLst>
              </a:tr>
            </a:tbl>
          </a:graphicData>
        </a:graphic>
      </p:graphicFrame>
      <p:grpSp>
        <p:nvGrpSpPr>
          <p:cNvPr id="48" name="그룹 47">
            <a:extLst>
              <a:ext uri="{FF2B5EF4-FFF2-40B4-BE49-F238E27FC236}">
                <a16:creationId xmlns:a16="http://schemas.microsoft.com/office/drawing/2014/main" id="{6CD2FE18-07A1-4AFF-A6E4-2A5D45F51831}"/>
              </a:ext>
            </a:extLst>
          </p:cNvPr>
          <p:cNvGrpSpPr/>
          <p:nvPr/>
        </p:nvGrpSpPr>
        <p:grpSpPr>
          <a:xfrm>
            <a:off x="5213756" y="289986"/>
            <a:ext cx="995785" cy="756032"/>
            <a:chOff x="5213756" y="1247305"/>
            <a:chExt cx="995785" cy="75603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15D5140-210D-49B8-9E1C-89E68747F262}"/>
                </a:ext>
              </a:extLst>
            </p:cNvPr>
            <p:cNvSpPr txBox="1"/>
            <p:nvPr/>
          </p:nvSpPr>
          <p:spPr>
            <a:xfrm>
              <a:off x="5213756" y="1403173"/>
              <a:ext cx="995785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300" dirty="0">
                  <a:solidFill>
                    <a:srgbClr val="49494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일정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735CD45-B88E-4D12-8F60-7E96C8FAA7C0}"/>
                </a:ext>
              </a:extLst>
            </p:cNvPr>
            <p:cNvSpPr txBox="1"/>
            <p:nvPr/>
          </p:nvSpPr>
          <p:spPr>
            <a:xfrm>
              <a:off x="5273515" y="1247305"/>
              <a:ext cx="8771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73919C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Schedule</a:t>
              </a:r>
              <a:endParaRPr lang="ko-KR" altLang="en-US" sz="1200" dirty="0">
                <a:solidFill>
                  <a:srgbClr val="73919C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956C5E7C-BEC3-493D-ACC1-FBC64935C202}"/>
                </a:ext>
              </a:extLst>
            </p:cNvPr>
            <p:cNvCxnSpPr>
              <a:cxnSpLocks/>
            </p:cNvCxnSpPr>
            <p:nvPr/>
          </p:nvCxnSpPr>
          <p:spPr>
            <a:xfrm>
              <a:off x="5405892" y="1989030"/>
              <a:ext cx="594159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05E4FF5-7668-4BF7-A9E0-891E893CEF9E}"/>
              </a:ext>
            </a:extLst>
          </p:cNvPr>
          <p:cNvSpPr txBox="1"/>
          <p:nvPr/>
        </p:nvSpPr>
        <p:spPr>
          <a:xfrm>
            <a:off x="315236" y="1367056"/>
            <a:ext cx="2099973" cy="523220"/>
          </a:xfrm>
          <a:prstGeom prst="rect">
            <a:avLst/>
          </a:prstGeom>
          <a:solidFill>
            <a:srgbClr val="494949"/>
          </a:solidFill>
          <a:ln w="50800" cap="rnd">
            <a:solidFill>
              <a:srgbClr val="49494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3</a:t>
            </a:r>
            <a:r>
              <a:rPr lang="ko-KR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월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3668397-403A-432B-8013-B0C5A2084902}"/>
              </a:ext>
            </a:extLst>
          </p:cNvPr>
          <p:cNvCxnSpPr>
            <a:cxnSpLocks/>
          </p:cNvCxnSpPr>
          <p:nvPr/>
        </p:nvCxnSpPr>
        <p:spPr>
          <a:xfrm>
            <a:off x="2484783" y="2383907"/>
            <a:ext cx="8824118" cy="0"/>
          </a:xfrm>
          <a:prstGeom prst="line">
            <a:avLst/>
          </a:prstGeom>
          <a:ln>
            <a:solidFill>
              <a:srgbClr val="5671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DAF31EC-9033-414F-BEB4-882129432117}"/>
              </a:ext>
            </a:extLst>
          </p:cNvPr>
          <p:cNvGrpSpPr/>
          <p:nvPr/>
        </p:nvGrpSpPr>
        <p:grpSpPr>
          <a:xfrm>
            <a:off x="2486170" y="2232294"/>
            <a:ext cx="1340395" cy="313424"/>
            <a:chOff x="383988" y="288961"/>
            <a:chExt cx="2626129" cy="313424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344FABC-9543-4A8C-AC2F-D8C5C5EB1A9E}"/>
                </a:ext>
              </a:extLst>
            </p:cNvPr>
            <p:cNvSpPr/>
            <p:nvPr/>
          </p:nvSpPr>
          <p:spPr>
            <a:xfrm>
              <a:off x="383988" y="288961"/>
              <a:ext cx="2536415" cy="313424"/>
            </a:xfrm>
            <a:prstGeom prst="rect">
              <a:avLst/>
            </a:prstGeom>
            <a:solidFill>
              <a:srgbClr val="56717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i="0" dirty="0">
                  <a:solidFill>
                    <a:schemeClr val="bg1"/>
                  </a:solidFill>
                  <a:effectLst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Scenario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D2AC4304-1494-47F6-83B6-832BA9C04109}"/>
                </a:ext>
              </a:extLst>
            </p:cNvPr>
            <p:cNvSpPr/>
            <p:nvPr/>
          </p:nvSpPr>
          <p:spPr>
            <a:xfrm rot="5400000">
              <a:off x="2813297" y="396068"/>
              <a:ext cx="303926" cy="89714"/>
            </a:xfrm>
            <a:prstGeom prst="triangle">
              <a:avLst/>
            </a:prstGeom>
            <a:solidFill>
              <a:srgbClr val="56717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4838681C-62F7-4551-8045-FDFD6895FC5E}"/>
              </a:ext>
            </a:extLst>
          </p:cNvPr>
          <p:cNvCxnSpPr>
            <a:cxnSpLocks/>
          </p:cNvCxnSpPr>
          <p:nvPr/>
        </p:nvCxnSpPr>
        <p:spPr>
          <a:xfrm>
            <a:off x="2484783" y="3226712"/>
            <a:ext cx="8824118" cy="0"/>
          </a:xfrm>
          <a:prstGeom prst="line">
            <a:avLst/>
          </a:prstGeom>
          <a:ln>
            <a:solidFill>
              <a:srgbClr val="4C8A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D46A3F5F-3455-422E-ABA8-EA8796277139}"/>
              </a:ext>
            </a:extLst>
          </p:cNvPr>
          <p:cNvGrpSpPr/>
          <p:nvPr/>
        </p:nvGrpSpPr>
        <p:grpSpPr>
          <a:xfrm>
            <a:off x="7941365" y="3077414"/>
            <a:ext cx="3332343" cy="313424"/>
            <a:chOff x="383988" y="288961"/>
            <a:chExt cx="2626129" cy="313424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D064951F-8F25-488F-8CC8-A801311778A0}"/>
                </a:ext>
              </a:extLst>
            </p:cNvPr>
            <p:cNvSpPr/>
            <p:nvPr/>
          </p:nvSpPr>
          <p:spPr>
            <a:xfrm>
              <a:off x="383988" y="288961"/>
              <a:ext cx="2536415" cy="313424"/>
            </a:xfrm>
            <a:prstGeom prst="rect">
              <a:avLst/>
            </a:prstGeom>
            <a:solidFill>
              <a:srgbClr val="4C8A8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Presentation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67" name="이등변 삼각형 66">
              <a:extLst>
                <a:ext uri="{FF2B5EF4-FFF2-40B4-BE49-F238E27FC236}">
                  <a16:creationId xmlns:a16="http://schemas.microsoft.com/office/drawing/2014/main" id="{C7DE9428-C092-41F4-A18A-4E8A7D2FB185}"/>
                </a:ext>
              </a:extLst>
            </p:cNvPr>
            <p:cNvSpPr/>
            <p:nvPr/>
          </p:nvSpPr>
          <p:spPr>
            <a:xfrm rot="5400000">
              <a:off x="2813297" y="396068"/>
              <a:ext cx="303926" cy="89714"/>
            </a:xfrm>
            <a:prstGeom prst="triangle">
              <a:avLst/>
            </a:prstGeom>
            <a:solidFill>
              <a:srgbClr val="4C8A8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0E223F6C-A8D2-451E-B39E-019244B43D63}"/>
              </a:ext>
            </a:extLst>
          </p:cNvPr>
          <p:cNvCxnSpPr>
            <a:cxnSpLocks/>
          </p:cNvCxnSpPr>
          <p:nvPr/>
        </p:nvCxnSpPr>
        <p:spPr>
          <a:xfrm>
            <a:off x="2484783" y="4076931"/>
            <a:ext cx="8824118" cy="0"/>
          </a:xfrm>
          <a:prstGeom prst="line">
            <a:avLst/>
          </a:prstGeom>
          <a:ln>
            <a:solidFill>
              <a:srgbClr val="53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52E3C78-F2E4-4E75-8F05-EBD182A6B145}"/>
              </a:ext>
            </a:extLst>
          </p:cNvPr>
          <p:cNvGrpSpPr/>
          <p:nvPr/>
        </p:nvGrpSpPr>
        <p:grpSpPr>
          <a:xfrm>
            <a:off x="3803670" y="3934465"/>
            <a:ext cx="4734043" cy="313424"/>
            <a:chOff x="383988" y="288961"/>
            <a:chExt cx="2626129" cy="313424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A2E6721-EE07-4B30-8FF8-3A66C85C3365}"/>
                </a:ext>
              </a:extLst>
            </p:cNvPr>
            <p:cNvSpPr/>
            <p:nvPr/>
          </p:nvSpPr>
          <p:spPr>
            <a:xfrm>
              <a:off x="383988" y="288961"/>
              <a:ext cx="2536415" cy="313424"/>
            </a:xfrm>
            <a:prstGeom prst="rect">
              <a:avLst/>
            </a:prstGeom>
            <a:solidFill>
              <a:srgbClr val="53ABA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Technical Document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70" name="이등변 삼각형 69">
              <a:extLst>
                <a:ext uri="{FF2B5EF4-FFF2-40B4-BE49-F238E27FC236}">
                  <a16:creationId xmlns:a16="http://schemas.microsoft.com/office/drawing/2014/main" id="{3329684A-7C5B-4514-93E1-540FEDDB8789}"/>
                </a:ext>
              </a:extLst>
            </p:cNvPr>
            <p:cNvSpPr/>
            <p:nvPr/>
          </p:nvSpPr>
          <p:spPr>
            <a:xfrm rot="5400000">
              <a:off x="2813297" y="396068"/>
              <a:ext cx="303926" cy="89714"/>
            </a:xfrm>
            <a:prstGeom prst="triangle">
              <a:avLst/>
            </a:prstGeom>
            <a:solidFill>
              <a:srgbClr val="53ABA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36389384-1C41-465E-AD60-F0CC9E3D0E4D}"/>
              </a:ext>
            </a:extLst>
          </p:cNvPr>
          <p:cNvCxnSpPr>
            <a:cxnSpLocks/>
          </p:cNvCxnSpPr>
          <p:nvPr/>
        </p:nvCxnSpPr>
        <p:spPr>
          <a:xfrm>
            <a:off x="2484783" y="4936648"/>
            <a:ext cx="8824118" cy="0"/>
          </a:xfrm>
          <a:prstGeom prst="line">
            <a:avLst/>
          </a:prstGeom>
          <a:ln>
            <a:solidFill>
              <a:srgbClr val="628F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6E5BAA7F-B39B-49B9-8DA1-91BAB29419ED}"/>
              </a:ext>
            </a:extLst>
          </p:cNvPr>
          <p:cNvGrpSpPr/>
          <p:nvPr/>
        </p:nvGrpSpPr>
        <p:grpSpPr>
          <a:xfrm>
            <a:off x="3803671" y="4782461"/>
            <a:ext cx="2070356" cy="313424"/>
            <a:chOff x="383988" y="288961"/>
            <a:chExt cx="2626129" cy="313424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AB2222E-9228-481C-933F-E1EC0BD4C068}"/>
                </a:ext>
              </a:extLst>
            </p:cNvPr>
            <p:cNvSpPr/>
            <p:nvPr/>
          </p:nvSpPr>
          <p:spPr>
            <a:xfrm>
              <a:off x="383988" y="288961"/>
              <a:ext cx="2536415" cy="313424"/>
            </a:xfrm>
            <a:prstGeom prst="rect">
              <a:avLst/>
            </a:prstGeom>
            <a:solidFill>
              <a:srgbClr val="628FA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 err="1"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Onpremise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73" name="이등변 삼각형 72">
              <a:extLst>
                <a:ext uri="{FF2B5EF4-FFF2-40B4-BE49-F238E27FC236}">
                  <a16:creationId xmlns:a16="http://schemas.microsoft.com/office/drawing/2014/main" id="{46812413-36AD-4AE1-A62A-79443D569F50}"/>
                </a:ext>
              </a:extLst>
            </p:cNvPr>
            <p:cNvSpPr/>
            <p:nvPr/>
          </p:nvSpPr>
          <p:spPr>
            <a:xfrm rot="5400000">
              <a:off x="2813297" y="396068"/>
              <a:ext cx="303926" cy="89714"/>
            </a:xfrm>
            <a:prstGeom prst="triangle">
              <a:avLst/>
            </a:prstGeom>
            <a:solidFill>
              <a:srgbClr val="628FA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88A028C-FED1-409D-B38C-74FD5BF8720F}"/>
              </a:ext>
            </a:extLst>
          </p:cNvPr>
          <p:cNvCxnSpPr>
            <a:cxnSpLocks/>
          </p:cNvCxnSpPr>
          <p:nvPr/>
        </p:nvCxnSpPr>
        <p:spPr>
          <a:xfrm>
            <a:off x="2484783" y="5805863"/>
            <a:ext cx="8824118" cy="0"/>
          </a:xfrm>
          <a:prstGeom prst="line">
            <a:avLst/>
          </a:prstGeom>
          <a:ln>
            <a:solidFill>
              <a:srgbClr val="3C5D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D90A65F-0985-4FBE-BF17-570DEA914F2C}"/>
              </a:ext>
            </a:extLst>
          </p:cNvPr>
          <p:cNvGrpSpPr/>
          <p:nvPr/>
        </p:nvGrpSpPr>
        <p:grpSpPr>
          <a:xfrm>
            <a:off x="5868223" y="5653899"/>
            <a:ext cx="2073142" cy="313424"/>
            <a:chOff x="383988" y="288961"/>
            <a:chExt cx="2626129" cy="313424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7807050D-292F-4C39-80F4-8EA27EAE3D33}"/>
                </a:ext>
              </a:extLst>
            </p:cNvPr>
            <p:cNvSpPr/>
            <p:nvPr/>
          </p:nvSpPr>
          <p:spPr>
            <a:xfrm>
              <a:off x="383988" y="288961"/>
              <a:ext cx="2536415" cy="313424"/>
            </a:xfrm>
            <a:prstGeom prst="rect">
              <a:avLst/>
            </a:prstGeom>
            <a:solidFill>
              <a:srgbClr val="3C5D7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AWS Cloud Infra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76" name="이등변 삼각형 75">
              <a:extLst>
                <a:ext uri="{FF2B5EF4-FFF2-40B4-BE49-F238E27FC236}">
                  <a16:creationId xmlns:a16="http://schemas.microsoft.com/office/drawing/2014/main" id="{6117DCB1-9F9E-49F2-9BD7-5C003B1D2C89}"/>
                </a:ext>
              </a:extLst>
            </p:cNvPr>
            <p:cNvSpPr/>
            <p:nvPr/>
          </p:nvSpPr>
          <p:spPr>
            <a:xfrm rot="5400000">
              <a:off x="2813297" y="396068"/>
              <a:ext cx="303926" cy="89714"/>
            </a:xfrm>
            <a:prstGeom prst="triangle">
              <a:avLst/>
            </a:prstGeom>
            <a:solidFill>
              <a:srgbClr val="3C5D7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5146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그룹 89">
            <a:extLst>
              <a:ext uri="{FF2B5EF4-FFF2-40B4-BE49-F238E27FC236}">
                <a16:creationId xmlns:a16="http://schemas.microsoft.com/office/drawing/2014/main" id="{DE99B5EC-9A91-4968-9067-EB616F7ED12B}"/>
              </a:ext>
            </a:extLst>
          </p:cNvPr>
          <p:cNvGrpSpPr/>
          <p:nvPr/>
        </p:nvGrpSpPr>
        <p:grpSpPr>
          <a:xfrm>
            <a:off x="0" y="-282706"/>
            <a:ext cx="12188134" cy="7140706"/>
            <a:chOff x="0" y="-282706"/>
            <a:chExt cx="12188134" cy="7140706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11CB4CC7-668E-4AF4-833B-F29421F961F9}"/>
                </a:ext>
              </a:extLst>
            </p:cNvPr>
            <p:cNvGrpSpPr/>
            <p:nvPr/>
          </p:nvGrpSpPr>
          <p:grpSpPr>
            <a:xfrm>
              <a:off x="0" y="-282706"/>
              <a:ext cx="12188134" cy="7140706"/>
              <a:chOff x="0" y="-282706"/>
              <a:chExt cx="12188134" cy="7140706"/>
            </a:xfrm>
          </p:grpSpPr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EA31B018-117D-4A63-8639-ED0D0147DDF3}"/>
                  </a:ext>
                </a:extLst>
              </p:cNvPr>
              <p:cNvGrpSpPr/>
              <p:nvPr/>
            </p:nvGrpSpPr>
            <p:grpSpPr>
              <a:xfrm>
                <a:off x="11583229" y="-282706"/>
                <a:ext cx="604905" cy="6060974"/>
                <a:chOff x="11583229" y="-282706"/>
                <a:chExt cx="604905" cy="6060974"/>
              </a:xfrm>
            </p:grpSpPr>
            <p:pic>
              <p:nvPicPr>
                <p:cNvPr id="82" name="그림 81">
                  <a:extLst>
                    <a:ext uri="{FF2B5EF4-FFF2-40B4-BE49-F238E27FC236}">
                      <a16:creationId xmlns:a16="http://schemas.microsoft.com/office/drawing/2014/main" id="{29169D90-964F-4B75-88B8-598D693C77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79" name="그림 78">
                  <a:extLst>
                    <a:ext uri="{FF2B5EF4-FFF2-40B4-BE49-F238E27FC236}">
                      <a16:creationId xmlns:a16="http://schemas.microsoft.com/office/drawing/2014/main" id="{BCA57764-9B93-4086-8991-ECD2F123BF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80" name="그림 79">
                  <a:extLst>
                    <a:ext uri="{FF2B5EF4-FFF2-40B4-BE49-F238E27FC236}">
                      <a16:creationId xmlns:a16="http://schemas.microsoft.com/office/drawing/2014/main" id="{0BA3601D-1FB8-47F1-8432-9DEF73D3FB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3229" y="1495928"/>
                  <a:ext cx="461641" cy="3524236"/>
                </a:xfrm>
                <a:prstGeom prst="rect">
                  <a:avLst/>
                </a:prstGeom>
              </p:spPr>
            </p:pic>
            <p:pic>
              <p:nvPicPr>
                <p:cNvPr id="81" name="그림 80">
                  <a:extLst>
                    <a:ext uri="{FF2B5EF4-FFF2-40B4-BE49-F238E27FC236}">
                      <a16:creationId xmlns:a16="http://schemas.microsoft.com/office/drawing/2014/main" id="{3E023EC9-C826-4FBC-8CF8-652143AC7A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6995" y="737824"/>
                  <a:ext cx="451139" cy="3429468"/>
                </a:xfrm>
                <a:prstGeom prst="rect">
                  <a:avLst/>
                </a:prstGeom>
              </p:spPr>
            </p:pic>
          </p:grpSp>
          <p:pic>
            <p:nvPicPr>
              <p:cNvPr id="87" name="그림 86" descr="광장이(가) 표시된 사진&#10;&#10;자동 생성된 설명">
                <a:extLst>
                  <a:ext uri="{FF2B5EF4-FFF2-40B4-BE49-F238E27FC236}">
                    <a16:creationId xmlns:a16="http://schemas.microsoft.com/office/drawing/2014/main" id="{BF1957EA-0255-45FA-940B-4A14D45F8C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3717" cy="6858000"/>
              </a:xfrm>
              <a:prstGeom prst="rect">
                <a:avLst/>
              </a:prstGeom>
            </p:spPr>
          </p:pic>
        </p:grp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8171C47A-B212-4A60-B85E-4C65F5D51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3334" dirty="0">
                <a:solidFill>
                  <a:srgbClr val="494949"/>
                </a:solidFill>
                <a:latin typeface="에스코어 드림 7 ExtraBold" pitchFamily="34" charset="0"/>
              </a:rPr>
              <a:t>Our Team</a:t>
            </a:r>
            <a:endParaRPr lang="en-US" sz="1200" dirty="0"/>
          </a:p>
        </p:txBody>
      </p:sp>
      <p:sp>
        <p:nvSpPr>
          <p:cNvPr id="35" name="Object 26">
            <a:extLst>
              <a:ext uri="{FF2B5EF4-FFF2-40B4-BE49-F238E27FC236}">
                <a16:creationId xmlns:a16="http://schemas.microsoft.com/office/drawing/2014/main" id="{CF27DBF6-210C-431C-BA7D-4F85FB537B07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133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6 Bold" pitchFamily="34" charset="0"/>
              </a:rPr>
              <a:t>개발사 프로젝트 팀 소개</a:t>
            </a:r>
            <a:endParaRPr lang="en-US" sz="1200" dirty="0">
              <a:solidFill>
                <a:srgbClr val="7BB6B4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E82469B-C8FE-4950-AF9E-8FACBDE98ABF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D143263E-BDFC-4D00-88B0-467E3C7334CE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0058989A-CFE5-4559-8100-85EF28B86ACD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i="0" dirty="0">
                  <a:solidFill>
                    <a:schemeClr val="bg1"/>
                  </a:solidFill>
                  <a:effectLst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SCENARIO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909D28FF-5CCE-4926-B516-59C99C4B9907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7CFA51AE-A713-4160-9F60-F39210DAA85A}"/>
                </a:ext>
              </a:extLst>
            </p:cNvPr>
            <p:cNvCxnSpPr>
              <a:cxnSpLocks/>
            </p:cNvCxnSpPr>
            <p:nvPr/>
          </p:nvCxnSpPr>
          <p:spPr>
            <a:xfrm>
              <a:off x="597067" y="364804"/>
              <a:ext cx="893082" cy="822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이등변 삼각형 60">
              <a:extLst>
                <a:ext uri="{FF2B5EF4-FFF2-40B4-BE49-F238E27FC236}">
                  <a16:creationId xmlns:a16="http://schemas.microsoft.com/office/drawing/2014/main" id="{E23FD150-0D0B-44FF-9216-01C08D7A51C1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A1C471DB-9281-4E06-B983-BF8C9B1B7DD1}"/>
              </a:ext>
            </a:extLst>
          </p:cNvPr>
          <p:cNvGrpSpPr/>
          <p:nvPr/>
        </p:nvGrpSpPr>
        <p:grpSpPr>
          <a:xfrm>
            <a:off x="11738549" y="1590793"/>
            <a:ext cx="461665" cy="1127312"/>
            <a:chOff x="11770079" y="719251"/>
            <a:chExt cx="461665" cy="112731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AD895BB-9241-452D-990F-B6B58BB8E780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10588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Scenario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827DDC6-BE7B-4865-9E92-480B849D567C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719251"/>
              <a:ext cx="0" cy="1127312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그룹 1003">
            <a:extLst>
              <a:ext uri="{FF2B5EF4-FFF2-40B4-BE49-F238E27FC236}">
                <a16:creationId xmlns:a16="http://schemas.microsoft.com/office/drawing/2014/main" id="{F1BD9F9B-C2D0-4851-AF26-2334B49C9DDC}"/>
              </a:ext>
            </a:extLst>
          </p:cNvPr>
          <p:cNvGrpSpPr/>
          <p:nvPr/>
        </p:nvGrpSpPr>
        <p:grpSpPr>
          <a:xfrm>
            <a:off x="726886" y="2590146"/>
            <a:ext cx="3066250" cy="1592365"/>
            <a:chOff x="1570400" y="3715204"/>
            <a:chExt cx="4599375" cy="2388548"/>
          </a:xfrm>
        </p:grpSpPr>
        <p:grpSp>
          <p:nvGrpSpPr>
            <p:cNvPr id="121" name="그룹 1004">
              <a:extLst>
                <a:ext uri="{FF2B5EF4-FFF2-40B4-BE49-F238E27FC236}">
                  <a16:creationId xmlns:a16="http://schemas.microsoft.com/office/drawing/2014/main" id="{9BB22563-D328-4CEC-84EA-3294F48B083B}"/>
                </a:ext>
              </a:extLst>
            </p:cNvPr>
            <p:cNvGrpSpPr/>
            <p:nvPr/>
          </p:nvGrpSpPr>
          <p:grpSpPr>
            <a:xfrm>
              <a:off x="1570400" y="3715204"/>
              <a:ext cx="4599375" cy="2388548"/>
              <a:chOff x="1570400" y="3715204"/>
              <a:chExt cx="4599375" cy="2388548"/>
            </a:xfrm>
          </p:grpSpPr>
          <p:pic>
            <p:nvPicPr>
              <p:cNvPr id="127" name="Object 11">
                <a:extLst>
                  <a:ext uri="{FF2B5EF4-FFF2-40B4-BE49-F238E27FC236}">
                    <a16:creationId xmlns:a16="http://schemas.microsoft.com/office/drawing/2014/main" id="{A5F063AD-271E-4CB3-9867-300AC91AEF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570400" y="3715204"/>
                <a:ext cx="4599375" cy="2388548"/>
              </a:xfrm>
              <a:prstGeom prst="rect">
                <a:avLst/>
              </a:prstGeom>
            </p:spPr>
          </p:pic>
        </p:grpSp>
        <p:grpSp>
          <p:nvGrpSpPr>
            <p:cNvPr id="122" name="그룹 1005">
              <a:extLst>
                <a:ext uri="{FF2B5EF4-FFF2-40B4-BE49-F238E27FC236}">
                  <a16:creationId xmlns:a16="http://schemas.microsoft.com/office/drawing/2014/main" id="{5EDC6369-80FE-45ED-B92A-47A57EE4D4EA}"/>
                </a:ext>
              </a:extLst>
            </p:cNvPr>
            <p:cNvGrpSpPr/>
            <p:nvPr/>
          </p:nvGrpSpPr>
          <p:grpSpPr>
            <a:xfrm>
              <a:off x="1869093" y="4124433"/>
              <a:ext cx="2440230" cy="1584520"/>
              <a:chOff x="1869093" y="4124433"/>
              <a:chExt cx="2440230" cy="1584520"/>
            </a:xfrm>
          </p:grpSpPr>
          <p:sp>
            <p:nvSpPr>
              <p:cNvPr id="123" name="Object 15">
                <a:extLst>
                  <a:ext uri="{FF2B5EF4-FFF2-40B4-BE49-F238E27FC236}">
                    <a16:creationId xmlns:a16="http://schemas.microsoft.com/office/drawing/2014/main" id="{A686ADF7-A694-4368-90D8-1C4CDB3CABAE}"/>
                  </a:ext>
                </a:extLst>
              </p:cNvPr>
              <p:cNvSpPr txBox="1"/>
              <p:nvPr/>
            </p:nvSpPr>
            <p:spPr>
              <a:xfrm>
                <a:off x="1869093" y="4124433"/>
                <a:ext cx="2929354" cy="1086536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algn="just"/>
                <a:r>
                  <a:rPr lang="en-US" sz="867" kern="0" spc="-67" dirty="0">
                    <a:solidFill>
                      <a:srgbClr val="FFFFFF"/>
                    </a:solidFill>
                    <a:latin typeface="에스코어 드림 3 Light" pitchFamily="34" charset="0"/>
                    <a:cs typeface="에스코어 드림 3 Light" pitchFamily="34" charset="0"/>
                  </a:rPr>
                  <a:t>직원의 프로필을 입력해</a:t>
                </a:r>
              </a:p>
              <a:p>
                <a:pPr algn="just"/>
                <a:r>
                  <a:rPr lang="en-US" sz="867" kern="0" spc="-67" dirty="0">
                    <a:solidFill>
                      <a:srgbClr val="FFFFFF"/>
                    </a:solidFill>
                    <a:latin typeface="에스코어 드림 3 Light" pitchFamily="34" charset="0"/>
                    <a:cs typeface="에스코어 드림 3 Light" pitchFamily="34" charset="0"/>
                  </a:rPr>
                  <a:t>주세요. 직원의 프로필을 </a:t>
                </a:r>
              </a:p>
              <a:p>
                <a:pPr algn="just"/>
                <a:r>
                  <a:rPr lang="en-US" sz="867" kern="0" spc="-67" dirty="0">
                    <a:solidFill>
                      <a:srgbClr val="FFFFFF"/>
                    </a:solidFill>
                    <a:latin typeface="에스코어 드림 3 Light" pitchFamily="34" charset="0"/>
                    <a:cs typeface="에스코어 드림 3 Light" pitchFamily="34" charset="0"/>
                  </a:rPr>
                  <a:t>입력해 주세요. </a:t>
                </a:r>
                <a:endParaRPr lang="en-US" sz="1200" dirty="0"/>
              </a:p>
            </p:txBody>
          </p:sp>
          <p:sp>
            <p:nvSpPr>
              <p:cNvPr id="124" name="Object 16">
                <a:extLst>
                  <a:ext uri="{FF2B5EF4-FFF2-40B4-BE49-F238E27FC236}">
                    <a16:creationId xmlns:a16="http://schemas.microsoft.com/office/drawing/2014/main" id="{9C1A3764-3BBE-4385-9E09-CA0BFA59ED08}"/>
                  </a:ext>
                </a:extLst>
              </p:cNvPr>
              <p:cNvSpPr txBox="1"/>
              <p:nvPr/>
            </p:nvSpPr>
            <p:spPr>
              <a:xfrm>
                <a:off x="1869093" y="5328435"/>
                <a:ext cx="1568248" cy="37388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algn="just"/>
                <a:r>
                  <a:rPr lang="en-US" sz="1200" kern="0" spc="-67" dirty="0">
                    <a:solidFill>
                      <a:srgbClr val="FFFFFF"/>
                    </a:solidFill>
                    <a:latin typeface="에스코어 드림 5 Medium" pitchFamily="34" charset="0"/>
                    <a:cs typeface="에스코어 드림 5 Medium" pitchFamily="34" charset="0"/>
                  </a:rPr>
                  <a:t>홍길동</a:t>
                </a:r>
                <a:endParaRPr lang="en-US" sz="1200" dirty="0"/>
              </a:p>
            </p:txBody>
          </p:sp>
          <p:sp>
            <p:nvSpPr>
              <p:cNvPr id="125" name="Object 17">
                <a:extLst>
                  <a:ext uri="{FF2B5EF4-FFF2-40B4-BE49-F238E27FC236}">
                    <a16:creationId xmlns:a16="http://schemas.microsoft.com/office/drawing/2014/main" id="{4E8FC963-C3A3-4B15-ACFF-C686227F9285}"/>
                  </a:ext>
                </a:extLst>
              </p:cNvPr>
              <p:cNvSpPr txBox="1"/>
              <p:nvPr/>
            </p:nvSpPr>
            <p:spPr>
              <a:xfrm>
                <a:off x="1869093" y="5174533"/>
                <a:ext cx="2615493" cy="224329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algn="just"/>
                <a:r>
                  <a:rPr lang="en-US" sz="733" dirty="0">
                    <a:solidFill>
                      <a:srgbClr val="FFFFFF"/>
                    </a:solidFill>
                    <a:latin typeface="에스코어 드림 3 Light" pitchFamily="34" charset="0"/>
                    <a:cs typeface="에스코어 드림 3 Light" pitchFamily="34" charset="0"/>
                  </a:rPr>
                  <a:t>미리컴퍼니</a:t>
                </a:r>
                <a:endParaRPr lang="en-US" sz="1200" dirty="0"/>
              </a:p>
            </p:txBody>
          </p:sp>
          <p:sp>
            <p:nvSpPr>
              <p:cNvPr id="126" name="Object 18">
                <a:extLst>
                  <a:ext uri="{FF2B5EF4-FFF2-40B4-BE49-F238E27FC236}">
                    <a16:creationId xmlns:a16="http://schemas.microsoft.com/office/drawing/2014/main" id="{720C199D-2115-4A8C-9205-68B358AA0C57}"/>
                  </a:ext>
                </a:extLst>
              </p:cNvPr>
              <p:cNvSpPr txBox="1"/>
              <p:nvPr/>
            </p:nvSpPr>
            <p:spPr>
              <a:xfrm>
                <a:off x="2565661" y="5484624"/>
                <a:ext cx="2615493" cy="224329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algn="just"/>
                <a:r>
                  <a:rPr lang="en-US" sz="733" dirty="0">
                    <a:solidFill>
                      <a:srgbClr val="FFFFFF"/>
                    </a:solidFill>
                    <a:latin typeface="에스코어 드림 3 Light" pitchFamily="34" charset="0"/>
                    <a:cs typeface="에스코어 드림 3 Light" pitchFamily="34" charset="0"/>
                  </a:rPr>
                  <a:t>CEO</a:t>
                </a:r>
                <a:endParaRPr lang="en-US" sz="1200" dirty="0"/>
              </a:p>
            </p:txBody>
          </p:sp>
        </p:grpSp>
      </p:grpSp>
      <p:grpSp>
        <p:nvGrpSpPr>
          <p:cNvPr id="128" name="그룹 1006">
            <a:extLst>
              <a:ext uri="{FF2B5EF4-FFF2-40B4-BE49-F238E27FC236}">
                <a16:creationId xmlns:a16="http://schemas.microsoft.com/office/drawing/2014/main" id="{AE3589A4-91BF-4E00-ADDD-BBE51885013A}"/>
              </a:ext>
            </a:extLst>
          </p:cNvPr>
          <p:cNvGrpSpPr/>
          <p:nvPr/>
        </p:nvGrpSpPr>
        <p:grpSpPr>
          <a:xfrm>
            <a:off x="4715575" y="2590146"/>
            <a:ext cx="3066250" cy="1592365"/>
            <a:chOff x="7553434" y="3715204"/>
            <a:chExt cx="4599375" cy="2388548"/>
          </a:xfrm>
        </p:grpSpPr>
        <p:pic>
          <p:nvPicPr>
            <p:cNvPr id="129" name="Object 21">
              <a:extLst>
                <a:ext uri="{FF2B5EF4-FFF2-40B4-BE49-F238E27FC236}">
                  <a16:creationId xmlns:a16="http://schemas.microsoft.com/office/drawing/2014/main" id="{711867FB-4741-4BE1-A515-E20978C65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3434" y="3715204"/>
              <a:ext cx="4599375" cy="2388548"/>
            </a:xfrm>
            <a:prstGeom prst="rect">
              <a:avLst/>
            </a:prstGeom>
          </p:spPr>
        </p:pic>
      </p:grpSp>
      <p:grpSp>
        <p:nvGrpSpPr>
          <p:cNvPr id="130" name="그룹 1007">
            <a:extLst>
              <a:ext uri="{FF2B5EF4-FFF2-40B4-BE49-F238E27FC236}">
                <a16:creationId xmlns:a16="http://schemas.microsoft.com/office/drawing/2014/main" id="{3EF2E537-FC27-45F3-950A-CAB3F4A391AC}"/>
              </a:ext>
            </a:extLst>
          </p:cNvPr>
          <p:cNvGrpSpPr/>
          <p:nvPr/>
        </p:nvGrpSpPr>
        <p:grpSpPr>
          <a:xfrm>
            <a:off x="7781825" y="2590146"/>
            <a:ext cx="3066250" cy="1592365"/>
            <a:chOff x="12152809" y="3715204"/>
            <a:chExt cx="4599375" cy="2388548"/>
          </a:xfrm>
        </p:grpSpPr>
        <p:pic>
          <p:nvPicPr>
            <p:cNvPr id="131" name="Object 28">
              <a:extLst>
                <a:ext uri="{FF2B5EF4-FFF2-40B4-BE49-F238E27FC236}">
                  <a16:creationId xmlns:a16="http://schemas.microsoft.com/office/drawing/2014/main" id="{5BA895FB-70CB-442F-9ABF-B48514AF0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152809" y="3715204"/>
              <a:ext cx="4599375" cy="2388548"/>
            </a:xfrm>
            <a:prstGeom prst="rect">
              <a:avLst/>
            </a:prstGeom>
          </p:spPr>
        </p:pic>
      </p:grpSp>
      <p:grpSp>
        <p:nvGrpSpPr>
          <p:cNvPr id="132" name="그룹 1009">
            <a:extLst>
              <a:ext uri="{FF2B5EF4-FFF2-40B4-BE49-F238E27FC236}">
                <a16:creationId xmlns:a16="http://schemas.microsoft.com/office/drawing/2014/main" id="{BAAF5581-8630-47FC-88EC-96D8C45EAE48}"/>
              </a:ext>
            </a:extLst>
          </p:cNvPr>
          <p:cNvGrpSpPr/>
          <p:nvPr/>
        </p:nvGrpSpPr>
        <p:grpSpPr>
          <a:xfrm>
            <a:off x="4715575" y="4461683"/>
            <a:ext cx="3066250" cy="1592365"/>
            <a:chOff x="7553434" y="6294228"/>
            <a:chExt cx="4599375" cy="2388548"/>
          </a:xfrm>
        </p:grpSpPr>
        <p:pic>
          <p:nvPicPr>
            <p:cNvPr id="133" name="Object 39">
              <a:extLst>
                <a:ext uri="{FF2B5EF4-FFF2-40B4-BE49-F238E27FC236}">
                  <a16:creationId xmlns:a16="http://schemas.microsoft.com/office/drawing/2014/main" id="{B6448243-C24D-4C02-BC70-FB6029D38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53434" y="6294228"/>
              <a:ext cx="4599375" cy="2388548"/>
            </a:xfrm>
            <a:prstGeom prst="rect">
              <a:avLst/>
            </a:prstGeom>
          </p:spPr>
        </p:pic>
      </p:grpSp>
      <p:grpSp>
        <p:nvGrpSpPr>
          <p:cNvPr id="134" name="그룹 1011">
            <a:extLst>
              <a:ext uri="{FF2B5EF4-FFF2-40B4-BE49-F238E27FC236}">
                <a16:creationId xmlns:a16="http://schemas.microsoft.com/office/drawing/2014/main" id="{933B2033-1214-45E2-A89C-04ACC3C271DF}"/>
              </a:ext>
            </a:extLst>
          </p:cNvPr>
          <p:cNvGrpSpPr/>
          <p:nvPr/>
        </p:nvGrpSpPr>
        <p:grpSpPr>
          <a:xfrm>
            <a:off x="7781825" y="4461683"/>
            <a:ext cx="3066250" cy="1592365"/>
            <a:chOff x="12152809" y="6294228"/>
            <a:chExt cx="4599375" cy="2388548"/>
          </a:xfrm>
        </p:grpSpPr>
        <p:pic>
          <p:nvPicPr>
            <p:cNvPr id="135" name="Object 48">
              <a:extLst>
                <a:ext uri="{FF2B5EF4-FFF2-40B4-BE49-F238E27FC236}">
                  <a16:creationId xmlns:a16="http://schemas.microsoft.com/office/drawing/2014/main" id="{46F91872-5A68-4A53-AE51-581E459FF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152809" y="6294228"/>
              <a:ext cx="4599375" cy="2388548"/>
            </a:xfrm>
            <a:prstGeom prst="rect">
              <a:avLst/>
            </a:prstGeom>
          </p:spPr>
        </p:pic>
      </p:grpSp>
      <p:sp>
        <p:nvSpPr>
          <p:cNvPr id="136" name="Object 57">
            <a:extLst>
              <a:ext uri="{FF2B5EF4-FFF2-40B4-BE49-F238E27FC236}">
                <a16:creationId xmlns:a16="http://schemas.microsoft.com/office/drawing/2014/main" id="{FE0E4714-FDA9-4F22-8BA9-47EA0D8DFCB0}"/>
              </a:ext>
            </a:extLst>
          </p:cNvPr>
          <p:cNvSpPr txBox="1"/>
          <p:nvPr/>
        </p:nvSpPr>
        <p:spPr>
          <a:xfrm>
            <a:off x="752282" y="5216431"/>
            <a:ext cx="5511553" cy="364448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1200" kern="0" spc="-67" dirty="0">
                <a:solidFill>
                  <a:srgbClr val="7BB6B4"/>
                </a:solidFill>
                <a:latin typeface="에스코어 드림 5 Medium" pitchFamily="34" charset="0"/>
                <a:cs typeface="에스코어 드림 5 Medium" pitchFamily="34" charset="0"/>
              </a:rPr>
              <a:t>최고의 전문가들이 만들어가는 미리컴퍼니</a:t>
            </a:r>
            <a:endParaRPr lang="en-US" sz="1200" dirty="0"/>
          </a:p>
        </p:txBody>
      </p:sp>
      <p:sp>
        <p:nvSpPr>
          <p:cNvPr id="137" name="Object 58">
            <a:extLst>
              <a:ext uri="{FF2B5EF4-FFF2-40B4-BE49-F238E27FC236}">
                <a16:creationId xmlns:a16="http://schemas.microsoft.com/office/drawing/2014/main" id="{8B476504-937E-4073-ABC6-E54DC01D2EFB}"/>
              </a:ext>
            </a:extLst>
          </p:cNvPr>
          <p:cNvSpPr txBox="1"/>
          <p:nvPr/>
        </p:nvSpPr>
        <p:spPr>
          <a:xfrm>
            <a:off x="752282" y="5493975"/>
            <a:ext cx="6962482" cy="84060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933" kern="0" spc="-67" dirty="0">
                <a:solidFill>
                  <a:srgbClr val="494949"/>
                </a:solidFill>
                <a:latin typeface="에스코어 드림 3 Light" pitchFamily="34" charset="0"/>
                <a:cs typeface="에스코어 드림 3 Light" pitchFamily="34" charset="0"/>
              </a:rPr>
              <a:t>이곳에 각 분야를 대표하는 팀원을 소개하는 글을 써주세요.</a:t>
            </a:r>
          </a:p>
          <a:p>
            <a:pPr algn="just"/>
            <a:r>
              <a:rPr lang="en-US" sz="933" kern="0" spc="-67" dirty="0">
                <a:solidFill>
                  <a:srgbClr val="494949"/>
                </a:solidFill>
                <a:latin typeface="에스코어 드림 3 Light" pitchFamily="34" charset="0"/>
                <a:cs typeface="에스코어 드림 3 Light" pitchFamily="34" charset="0"/>
              </a:rPr>
              <a:t>이곳을 더블클릭하여 텍스트를 수정할 수 있습니다.</a:t>
            </a:r>
          </a:p>
          <a:p>
            <a:pPr algn="just"/>
            <a:r>
              <a:rPr lang="en-US" sz="933" kern="0" spc="-67" dirty="0">
                <a:solidFill>
                  <a:srgbClr val="494949"/>
                </a:solidFill>
                <a:latin typeface="에스코어 드림 3 Light" pitchFamily="34" charset="0"/>
                <a:cs typeface="에스코어 드림 3 Light" pitchFamily="34" charset="0"/>
              </a:rPr>
              <a:t>글조조정을 통해 자간과 행간 등 디테일한 수정 또한 가능합니다.</a:t>
            </a:r>
            <a:endParaRPr lang="en-US" sz="1200" dirty="0"/>
          </a:p>
        </p:txBody>
      </p:sp>
      <p:sp>
        <p:nvSpPr>
          <p:cNvPr id="138" name="Object 24">
            <a:extLst>
              <a:ext uri="{FF2B5EF4-FFF2-40B4-BE49-F238E27FC236}">
                <a16:creationId xmlns:a16="http://schemas.microsoft.com/office/drawing/2014/main" id="{D63BAB4D-37C7-4E48-9E38-4835FC44A10E}"/>
              </a:ext>
            </a:extLst>
          </p:cNvPr>
          <p:cNvSpPr txBox="1"/>
          <p:nvPr/>
        </p:nvSpPr>
        <p:spPr>
          <a:xfrm>
            <a:off x="4775311" y="2827256"/>
            <a:ext cx="1952903" cy="724357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867" kern="0" spc="-67" dirty="0">
                <a:solidFill>
                  <a:srgbClr val="FFFFFF"/>
                </a:solidFill>
                <a:latin typeface="에스코어 드림 3 Light" pitchFamily="34" charset="0"/>
                <a:cs typeface="에스코어 드림 3 Light" pitchFamily="34" charset="0"/>
              </a:rPr>
              <a:t>직원의 프로필을 입력해</a:t>
            </a:r>
          </a:p>
          <a:p>
            <a:pPr algn="just"/>
            <a:r>
              <a:rPr lang="en-US" sz="867" kern="0" spc="-67" dirty="0">
                <a:solidFill>
                  <a:srgbClr val="FFFFFF"/>
                </a:solidFill>
                <a:latin typeface="에스코어 드림 3 Light" pitchFamily="34" charset="0"/>
                <a:cs typeface="에스코어 드림 3 Light" pitchFamily="34" charset="0"/>
              </a:rPr>
              <a:t>주세요. 직원의 프로필을 </a:t>
            </a:r>
          </a:p>
          <a:p>
            <a:pPr algn="just"/>
            <a:r>
              <a:rPr lang="en-US" sz="867" kern="0" spc="-67" dirty="0">
                <a:solidFill>
                  <a:srgbClr val="FFFFFF"/>
                </a:solidFill>
                <a:latin typeface="에스코어 드림 3 Light" pitchFamily="34" charset="0"/>
                <a:cs typeface="에스코어 드림 3 Light" pitchFamily="34" charset="0"/>
              </a:rPr>
              <a:t>입력해 주세요. </a:t>
            </a:r>
            <a:endParaRPr lang="en-US" sz="1200" dirty="0"/>
          </a:p>
        </p:txBody>
      </p:sp>
      <p:sp>
        <p:nvSpPr>
          <p:cNvPr id="139" name="Object 25">
            <a:extLst>
              <a:ext uri="{FF2B5EF4-FFF2-40B4-BE49-F238E27FC236}">
                <a16:creationId xmlns:a16="http://schemas.microsoft.com/office/drawing/2014/main" id="{86AD4FD4-A3AD-4F01-9BEE-698B68D1C3C3}"/>
              </a:ext>
            </a:extLst>
          </p:cNvPr>
          <p:cNvSpPr txBox="1"/>
          <p:nvPr/>
        </p:nvSpPr>
        <p:spPr>
          <a:xfrm>
            <a:off x="4775311" y="3629924"/>
            <a:ext cx="1045499" cy="249253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1200" kern="0" spc="-67" dirty="0">
                <a:solidFill>
                  <a:srgbClr val="FFFFFF"/>
                </a:solidFill>
                <a:latin typeface="에스코어 드림 5 Medium" pitchFamily="34" charset="0"/>
                <a:cs typeface="에스코어 드림 5 Medium" pitchFamily="34" charset="0"/>
              </a:rPr>
              <a:t>홍길동</a:t>
            </a:r>
            <a:endParaRPr lang="en-US" sz="1200" dirty="0"/>
          </a:p>
        </p:txBody>
      </p:sp>
      <p:grpSp>
        <p:nvGrpSpPr>
          <p:cNvPr id="140" name="그룹 1008">
            <a:extLst>
              <a:ext uri="{FF2B5EF4-FFF2-40B4-BE49-F238E27FC236}">
                <a16:creationId xmlns:a16="http://schemas.microsoft.com/office/drawing/2014/main" id="{4F3094D4-9DE3-43A7-9638-4EBCE71CE6E6}"/>
              </a:ext>
            </a:extLst>
          </p:cNvPr>
          <p:cNvGrpSpPr/>
          <p:nvPr/>
        </p:nvGrpSpPr>
        <p:grpSpPr>
          <a:xfrm>
            <a:off x="7854798" y="2827256"/>
            <a:ext cx="1626820" cy="1056347"/>
            <a:chOff x="12491212" y="4124433"/>
            <a:chExt cx="2440230" cy="1584520"/>
          </a:xfrm>
        </p:grpSpPr>
        <p:sp>
          <p:nvSpPr>
            <p:cNvPr id="141" name="Object 32">
              <a:extLst>
                <a:ext uri="{FF2B5EF4-FFF2-40B4-BE49-F238E27FC236}">
                  <a16:creationId xmlns:a16="http://schemas.microsoft.com/office/drawing/2014/main" id="{49D347F2-3EC9-412A-866B-E162344838CA}"/>
                </a:ext>
              </a:extLst>
            </p:cNvPr>
            <p:cNvSpPr txBox="1"/>
            <p:nvPr/>
          </p:nvSpPr>
          <p:spPr>
            <a:xfrm>
              <a:off x="12491212" y="4124433"/>
              <a:ext cx="2929354" cy="1086536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just"/>
              <a:r>
                <a:rPr lang="en-US" sz="867" kern="0" spc="-67" dirty="0">
                  <a:solidFill>
                    <a:srgbClr val="FFFFFF"/>
                  </a:solidFill>
                  <a:latin typeface="에스코어 드림 3 Light" pitchFamily="34" charset="0"/>
                  <a:cs typeface="에스코어 드림 3 Light" pitchFamily="34" charset="0"/>
                </a:rPr>
                <a:t>직원의 프로필을 입력해</a:t>
              </a:r>
            </a:p>
            <a:p>
              <a:pPr algn="just"/>
              <a:r>
                <a:rPr lang="en-US" sz="867" kern="0" spc="-67" dirty="0">
                  <a:solidFill>
                    <a:srgbClr val="FFFFFF"/>
                  </a:solidFill>
                  <a:latin typeface="에스코어 드림 3 Light" pitchFamily="34" charset="0"/>
                  <a:cs typeface="에스코어 드림 3 Light" pitchFamily="34" charset="0"/>
                </a:rPr>
                <a:t>주세요. 직원의 프로필을 </a:t>
              </a:r>
            </a:p>
            <a:p>
              <a:pPr algn="just"/>
              <a:r>
                <a:rPr lang="en-US" sz="867" kern="0" spc="-67" dirty="0">
                  <a:solidFill>
                    <a:srgbClr val="FFFFFF"/>
                  </a:solidFill>
                  <a:latin typeface="에스코어 드림 3 Light" pitchFamily="34" charset="0"/>
                  <a:cs typeface="에스코어 드림 3 Light" pitchFamily="34" charset="0"/>
                </a:rPr>
                <a:t>입력해 주세요. </a:t>
              </a:r>
              <a:endParaRPr lang="en-US" sz="1200" dirty="0"/>
            </a:p>
          </p:txBody>
        </p:sp>
        <p:sp>
          <p:nvSpPr>
            <p:cNvPr id="142" name="Object 33">
              <a:extLst>
                <a:ext uri="{FF2B5EF4-FFF2-40B4-BE49-F238E27FC236}">
                  <a16:creationId xmlns:a16="http://schemas.microsoft.com/office/drawing/2014/main" id="{2D926638-765B-409E-AF06-02EB4E03B443}"/>
                </a:ext>
              </a:extLst>
            </p:cNvPr>
            <p:cNvSpPr txBox="1"/>
            <p:nvPr/>
          </p:nvSpPr>
          <p:spPr>
            <a:xfrm>
              <a:off x="12491212" y="5328435"/>
              <a:ext cx="1568248" cy="37388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just"/>
              <a:r>
                <a:rPr lang="en-US" sz="1200" kern="0" spc="-67" dirty="0">
                  <a:solidFill>
                    <a:srgbClr val="FFFFFF"/>
                  </a:solidFill>
                  <a:latin typeface="에스코어 드림 5 Medium" pitchFamily="34" charset="0"/>
                  <a:cs typeface="에스코어 드림 5 Medium" pitchFamily="34" charset="0"/>
                </a:rPr>
                <a:t>홍길동</a:t>
              </a:r>
              <a:endParaRPr lang="en-US" sz="1200" dirty="0"/>
            </a:p>
          </p:txBody>
        </p:sp>
        <p:sp>
          <p:nvSpPr>
            <p:cNvPr id="143" name="Object 34">
              <a:extLst>
                <a:ext uri="{FF2B5EF4-FFF2-40B4-BE49-F238E27FC236}">
                  <a16:creationId xmlns:a16="http://schemas.microsoft.com/office/drawing/2014/main" id="{11FF40B8-4B39-4113-B232-8D95EAA5C109}"/>
                </a:ext>
              </a:extLst>
            </p:cNvPr>
            <p:cNvSpPr txBox="1"/>
            <p:nvPr/>
          </p:nvSpPr>
          <p:spPr>
            <a:xfrm>
              <a:off x="12491212" y="5174533"/>
              <a:ext cx="2615493" cy="224329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just"/>
              <a:r>
                <a:rPr lang="en-US" sz="733" dirty="0">
                  <a:solidFill>
                    <a:srgbClr val="FFFFFF"/>
                  </a:solidFill>
                  <a:latin typeface="에스코어 드림 3 Light" pitchFamily="34" charset="0"/>
                  <a:cs typeface="에스코어 드림 3 Light" pitchFamily="34" charset="0"/>
                </a:rPr>
                <a:t>마케팅팀</a:t>
              </a:r>
              <a:endParaRPr lang="en-US" sz="1200" dirty="0"/>
            </a:p>
          </p:txBody>
        </p:sp>
        <p:sp>
          <p:nvSpPr>
            <p:cNvPr id="144" name="Object 35">
              <a:extLst>
                <a:ext uri="{FF2B5EF4-FFF2-40B4-BE49-F238E27FC236}">
                  <a16:creationId xmlns:a16="http://schemas.microsoft.com/office/drawing/2014/main" id="{BDA80200-7896-4734-A297-8AE33FC6600F}"/>
                </a:ext>
              </a:extLst>
            </p:cNvPr>
            <p:cNvSpPr txBox="1"/>
            <p:nvPr/>
          </p:nvSpPr>
          <p:spPr>
            <a:xfrm>
              <a:off x="13187780" y="5484624"/>
              <a:ext cx="2615493" cy="224329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just"/>
              <a:r>
                <a:rPr lang="en-US" sz="733" dirty="0">
                  <a:solidFill>
                    <a:srgbClr val="FFFFFF"/>
                  </a:solidFill>
                  <a:latin typeface="에스코어 드림 3 Light" pitchFamily="34" charset="0"/>
                  <a:cs typeface="에스코어 드림 3 Light" pitchFamily="34" charset="0"/>
                </a:rPr>
                <a:t>사원</a:t>
              </a:r>
              <a:endParaRPr lang="en-US" sz="1200" dirty="0"/>
            </a:p>
          </p:txBody>
        </p:sp>
      </p:grpSp>
      <p:grpSp>
        <p:nvGrpSpPr>
          <p:cNvPr id="145" name="그룹 1010">
            <a:extLst>
              <a:ext uri="{FF2B5EF4-FFF2-40B4-BE49-F238E27FC236}">
                <a16:creationId xmlns:a16="http://schemas.microsoft.com/office/drawing/2014/main" id="{3F34FED3-3071-49E0-A55F-ACCE32075654}"/>
              </a:ext>
            </a:extLst>
          </p:cNvPr>
          <p:cNvGrpSpPr/>
          <p:nvPr/>
        </p:nvGrpSpPr>
        <p:grpSpPr>
          <a:xfrm>
            <a:off x="4775311" y="4685941"/>
            <a:ext cx="1626820" cy="1056347"/>
            <a:chOff x="7871982" y="6703457"/>
            <a:chExt cx="2440230" cy="1584520"/>
          </a:xfrm>
        </p:grpSpPr>
        <p:sp>
          <p:nvSpPr>
            <p:cNvPr id="146" name="Object 43">
              <a:extLst>
                <a:ext uri="{FF2B5EF4-FFF2-40B4-BE49-F238E27FC236}">
                  <a16:creationId xmlns:a16="http://schemas.microsoft.com/office/drawing/2014/main" id="{F388A050-2DD3-4A04-B425-C3BB1BD45BCD}"/>
                </a:ext>
              </a:extLst>
            </p:cNvPr>
            <p:cNvSpPr txBox="1"/>
            <p:nvPr/>
          </p:nvSpPr>
          <p:spPr>
            <a:xfrm>
              <a:off x="7871982" y="6703457"/>
              <a:ext cx="2929354" cy="1086536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just"/>
              <a:r>
                <a:rPr lang="en-US" sz="867" kern="0" spc="-67" dirty="0">
                  <a:solidFill>
                    <a:srgbClr val="FFFFFF"/>
                  </a:solidFill>
                  <a:latin typeface="에스코어 드림 3 Light" pitchFamily="34" charset="0"/>
                  <a:cs typeface="에스코어 드림 3 Light" pitchFamily="34" charset="0"/>
                </a:rPr>
                <a:t>직원의 프로필을 입력해</a:t>
              </a:r>
            </a:p>
            <a:p>
              <a:pPr algn="just"/>
              <a:r>
                <a:rPr lang="en-US" sz="867" kern="0" spc="-67" dirty="0">
                  <a:solidFill>
                    <a:srgbClr val="FFFFFF"/>
                  </a:solidFill>
                  <a:latin typeface="에스코어 드림 3 Light" pitchFamily="34" charset="0"/>
                  <a:cs typeface="에스코어 드림 3 Light" pitchFamily="34" charset="0"/>
                </a:rPr>
                <a:t>주세요. 직원의 프로필을 </a:t>
              </a:r>
            </a:p>
            <a:p>
              <a:pPr algn="just"/>
              <a:r>
                <a:rPr lang="en-US" sz="867" kern="0" spc="-67" dirty="0">
                  <a:solidFill>
                    <a:srgbClr val="FFFFFF"/>
                  </a:solidFill>
                  <a:latin typeface="에스코어 드림 3 Light" pitchFamily="34" charset="0"/>
                  <a:cs typeface="에스코어 드림 3 Light" pitchFamily="34" charset="0"/>
                </a:rPr>
                <a:t>입력해 주세요. </a:t>
              </a:r>
              <a:endParaRPr lang="en-US" sz="1200" dirty="0"/>
            </a:p>
          </p:txBody>
        </p:sp>
        <p:sp>
          <p:nvSpPr>
            <p:cNvPr id="147" name="Object 44">
              <a:extLst>
                <a:ext uri="{FF2B5EF4-FFF2-40B4-BE49-F238E27FC236}">
                  <a16:creationId xmlns:a16="http://schemas.microsoft.com/office/drawing/2014/main" id="{D68BC8C2-6483-4586-A19D-3650F4F5E3B7}"/>
                </a:ext>
              </a:extLst>
            </p:cNvPr>
            <p:cNvSpPr txBox="1"/>
            <p:nvPr/>
          </p:nvSpPr>
          <p:spPr>
            <a:xfrm>
              <a:off x="7871982" y="7907459"/>
              <a:ext cx="1568248" cy="37388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just"/>
              <a:r>
                <a:rPr lang="en-US" sz="1200" kern="0" spc="-67" dirty="0">
                  <a:solidFill>
                    <a:srgbClr val="FFFFFF"/>
                  </a:solidFill>
                  <a:latin typeface="에스코어 드림 5 Medium" pitchFamily="34" charset="0"/>
                  <a:cs typeface="에스코어 드림 5 Medium" pitchFamily="34" charset="0"/>
                </a:rPr>
                <a:t>홍길동</a:t>
              </a:r>
              <a:endParaRPr lang="en-US" sz="1200" dirty="0"/>
            </a:p>
          </p:txBody>
        </p:sp>
        <p:sp>
          <p:nvSpPr>
            <p:cNvPr id="148" name="Object 45">
              <a:extLst>
                <a:ext uri="{FF2B5EF4-FFF2-40B4-BE49-F238E27FC236}">
                  <a16:creationId xmlns:a16="http://schemas.microsoft.com/office/drawing/2014/main" id="{B738ACD4-5902-4968-BEDC-FE3C43A1B03C}"/>
                </a:ext>
              </a:extLst>
            </p:cNvPr>
            <p:cNvSpPr txBox="1"/>
            <p:nvPr/>
          </p:nvSpPr>
          <p:spPr>
            <a:xfrm>
              <a:off x="7871982" y="7753557"/>
              <a:ext cx="2615493" cy="224329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just"/>
              <a:r>
                <a:rPr lang="en-US" sz="733" dirty="0">
                  <a:solidFill>
                    <a:srgbClr val="FFFFFF"/>
                  </a:solidFill>
                  <a:latin typeface="에스코어 드림 3 Light" pitchFamily="34" charset="0"/>
                  <a:cs typeface="에스코어 드림 3 Light" pitchFamily="34" charset="0"/>
                </a:rPr>
                <a:t>마케팅팀</a:t>
              </a:r>
              <a:endParaRPr lang="en-US" sz="1200" dirty="0"/>
            </a:p>
          </p:txBody>
        </p:sp>
        <p:sp>
          <p:nvSpPr>
            <p:cNvPr id="149" name="Object 46">
              <a:extLst>
                <a:ext uri="{FF2B5EF4-FFF2-40B4-BE49-F238E27FC236}">
                  <a16:creationId xmlns:a16="http://schemas.microsoft.com/office/drawing/2014/main" id="{F0C48335-6489-4655-8215-A04D0D3C1892}"/>
                </a:ext>
              </a:extLst>
            </p:cNvPr>
            <p:cNvSpPr txBox="1"/>
            <p:nvPr/>
          </p:nvSpPr>
          <p:spPr>
            <a:xfrm>
              <a:off x="8568549" y="8063648"/>
              <a:ext cx="2615493" cy="224329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just"/>
              <a:r>
                <a:rPr lang="en-US" sz="733" dirty="0">
                  <a:solidFill>
                    <a:srgbClr val="FFFFFF"/>
                  </a:solidFill>
                  <a:latin typeface="에스코어 드림 3 Light" pitchFamily="34" charset="0"/>
                  <a:cs typeface="에스코어 드림 3 Light" pitchFamily="34" charset="0"/>
                </a:rPr>
                <a:t>사원</a:t>
              </a:r>
              <a:endParaRPr lang="en-US" sz="1200" dirty="0"/>
            </a:p>
          </p:txBody>
        </p:sp>
      </p:grpSp>
      <p:grpSp>
        <p:nvGrpSpPr>
          <p:cNvPr id="150" name="그룹 1012">
            <a:extLst>
              <a:ext uri="{FF2B5EF4-FFF2-40B4-BE49-F238E27FC236}">
                <a16:creationId xmlns:a16="http://schemas.microsoft.com/office/drawing/2014/main" id="{D41C170E-8B48-4947-90D4-26979D97118F}"/>
              </a:ext>
            </a:extLst>
          </p:cNvPr>
          <p:cNvGrpSpPr/>
          <p:nvPr/>
        </p:nvGrpSpPr>
        <p:grpSpPr>
          <a:xfrm>
            <a:off x="7854798" y="4685941"/>
            <a:ext cx="1626820" cy="1056347"/>
            <a:chOff x="12491212" y="6703457"/>
            <a:chExt cx="2440230" cy="1584520"/>
          </a:xfrm>
        </p:grpSpPr>
        <p:sp>
          <p:nvSpPr>
            <p:cNvPr id="151" name="Object 52">
              <a:extLst>
                <a:ext uri="{FF2B5EF4-FFF2-40B4-BE49-F238E27FC236}">
                  <a16:creationId xmlns:a16="http://schemas.microsoft.com/office/drawing/2014/main" id="{EB21318A-F956-4CB7-BD3A-824CDE48F238}"/>
                </a:ext>
              </a:extLst>
            </p:cNvPr>
            <p:cNvSpPr txBox="1"/>
            <p:nvPr/>
          </p:nvSpPr>
          <p:spPr>
            <a:xfrm>
              <a:off x="12491212" y="6703457"/>
              <a:ext cx="2929354" cy="1086536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just"/>
              <a:r>
                <a:rPr lang="en-US" sz="867" kern="0" spc="-67" dirty="0">
                  <a:solidFill>
                    <a:srgbClr val="FFFFFF"/>
                  </a:solidFill>
                  <a:latin typeface="에스코어 드림 3 Light" pitchFamily="34" charset="0"/>
                  <a:cs typeface="에스코어 드림 3 Light" pitchFamily="34" charset="0"/>
                </a:rPr>
                <a:t>직원의 프로필을 입력해</a:t>
              </a:r>
            </a:p>
            <a:p>
              <a:pPr algn="just"/>
              <a:r>
                <a:rPr lang="en-US" sz="867" kern="0" spc="-67" dirty="0">
                  <a:solidFill>
                    <a:srgbClr val="FFFFFF"/>
                  </a:solidFill>
                  <a:latin typeface="에스코어 드림 3 Light" pitchFamily="34" charset="0"/>
                  <a:cs typeface="에스코어 드림 3 Light" pitchFamily="34" charset="0"/>
                </a:rPr>
                <a:t>주세요. 직원의 프로필을 </a:t>
              </a:r>
            </a:p>
            <a:p>
              <a:pPr algn="just"/>
              <a:r>
                <a:rPr lang="en-US" sz="867" kern="0" spc="-67" dirty="0">
                  <a:solidFill>
                    <a:srgbClr val="FFFFFF"/>
                  </a:solidFill>
                  <a:latin typeface="에스코어 드림 3 Light" pitchFamily="34" charset="0"/>
                  <a:cs typeface="에스코어 드림 3 Light" pitchFamily="34" charset="0"/>
                </a:rPr>
                <a:t>입력해 주세요. </a:t>
              </a:r>
              <a:endParaRPr lang="en-US" sz="1200" dirty="0"/>
            </a:p>
          </p:txBody>
        </p:sp>
        <p:sp>
          <p:nvSpPr>
            <p:cNvPr id="152" name="Object 53">
              <a:extLst>
                <a:ext uri="{FF2B5EF4-FFF2-40B4-BE49-F238E27FC236}">
                  <a16:creationId xmlns:a16="http://schemas.microsoft.com/office/drawing/2014/main" id="{18100E69-C357-4396-90F0-AE428F449D76}"/>
                </a:ext>
              </a:extLst>
            </p:cNvPr>
            <p:cNvSpPr txBox="1"/>
            <p:nvPr/>
          </p:nvSpPr>
          <p:spPr>
            <a:xfrm>
              <a:off x="12491212" y="7907459"/>
              <a:ext cx="1568248" cy="37388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just"/>
              <a:r>
                <a:rPr lang="en-US" sz="1200" kern="0" spc="-67" dirty="0">
                  <a:solidFill>
                    <a:srgbClr val="FFFFFF"/>
                  </a:solidFill>
                  <a:latin typeface="에스코어 드림 5 Medium" pitchFamily="34" charset="0"/>
                  <a:cs typeface="에스코어 드림 5 Medium" pitchFamily="34" charset="0"/>
                </a:rPr>
                <a:t>홍길동</a:t>
              </a:r>
              <a:endParaRPr lang="en-US" sz="1200" dirty="0"/>
            </a:p>
          </p:txBody>
        </p:sp>
        <p:sp>
          <p:nvSpPr>
            <p:cNvPr id="153" name="Object 54">
              <a:extLst>
                <a:ext uri="{FF2B5EF4-FFF2-40B4-BE49-F238E27FC236}">
                  <a16:creationId xmlns:a16="http://schemas.microsoft.com/office/drawing/2014/main" id="{4CFB2E42-5EBC-4910-A73B-233798D0EEFA}"/>
                </a:ext>
              </a:extLst>
            </p:cNvPr>
            <p:cNvSpPr txBox="1"/>
            <p:nvPr/>
          </p:nvSpPr>
          <p:spPr>
            <a:xfrm>
              <a:off x="12491212" y="7753557"/>
              <a:ext cx="2615493" cy="224329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just"/>
              <a:r>
                <a:rPr lang="en-US" sz="733" dirty="0">
                  <a:solidFill>
                    <a:srgbClr val="FFFFFF"/>
                  </a:solidFill>
                  <a:latin typeface="에스코어 드림 3 Light" pitchFamily="34" charset="0"/>
                  <a:cs typeface="에스코어 드림 3 Light" pitchFamily="34" charset="0"/>
                </a:rPr>
                <a:t>마케팅팀</a:t>
              </a:r>
              <a:endParaRPr lang="en-US" sz="1200" dirty="0"/>
            </a:p>
          </p:txBody>
        </p:sp>
        <p:sp>
          <p:nvSpPr>
            <p:cNvPr id="154" name="Object 55">
              <a:extLst>
                <a:ext uri="{FF2B5EF4-FFF2-40B4-BE49-F238E27FC236}">
                  <a16:creationId xmlns:a16="http://schemas.microsoft.com/office/drawing/2014/main" id="{9CCDC9F5-D1E0-497D-89CE-25AFE0370013}"/>
                </a:ext>
              </a:extLst>
            </p:cNvPr>
            <p:cNvSpPr txBox="1"/>
            <p:nvPr/>
          </p:nvSpPr>
          <p:spPr>
            <a:xfrm>
              <a:off x="13187780" y="8063648"/>
              <a:ext cx="2615493" cy="224329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just"/>
              <a:r>
                <a:rPr lang="en-US" sz="733" dirty="0">
                  <a:solidFill>
                    <a:srgbClr val="FFFFFF"/>
                  </a:solidFill>
                  <a:latin typeface="에스코어 드림 3 Light" pitchFamily="34" charset="0"/>
                  <a:cs typeface="에스코어 드림 3 Light" pitchFamily="34" charset="0"/>
                </a:rPr>
                <a:t>사원</a:t>
              </a:r>
              <a:endParaRPr lang="en-US" sz="1200" dirty="0"/>
            </a:p>
          </p:txBody>
        </p:sp>
      </p:grpSp>
      <p:sp>
        <p:nvSpPr>
          <p:cNvPr id="172" name="Object 26">
            <a:extLst>
              <a:ext uri="{FF2B5EF4-FFF2-40B4-BE49-F238E27FC236}">
                <a16:creationId xmlns:a16="http://schemas.microsoft.com/office/drawing/2014/main" id="{4D9ED16F-AD55-4145-A568-36D1EA131F17}"/>
              </a:ext>
            </a:extLst>
          </p:cNvPr>
          <p:cNvSpPr txBox="1"/>
          <p:nvPr/>
        </p:nvSpPr>
        <p:spPr>
          <a:xfrm>
            <a:off x="4748351" y="3526165"/>
            <a:ext cx="1743662" cy="149553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733" dirty="0">
                <a:solidFill>
                  <a:srgbClr val="FFFFFF"/>
                </a:solidFill>
                <a:latin typeface="에스코어 드림 3 Light" pitchFamily="34" charset="0"/>
                <a:cs typeface="에스코어 드림 3 Light" pitchFamily="34" charset="0"/>
              </a:rPr>
              <a:t>마케팅팀</a:t>
            </a:r>
            <a:endParaRPr lang="en-US" sz="1200" dirty="0"/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56DB1865-4CEC-46CF-AD06-A0BAAC1E0EA9}"/>
              </a:ext>
            </a:extLst>
          </p:cNvPr>
          <p:cNvGrpSpPr/>
          <p:nvPr/>
        </p:nvGrpSpPr>
        <p:grpSpPr>
          <a:xfrm>
            <a:off x="8984147" y="532729"/>
            <a:ext cx="1838533" cy="1908551"/>
            <a:chOff x="9182488" y="4178046"/>
            <a:chExt cx="2126857" cy="2364225"/>
          </a:xfrm>
        </p:grpSpPr>
        <p:grpSp>
          <p:nvGrpSpPr>
            <p:cNvPr id="174" name="그룹 1003">
              <a:extLst>
                <a:ext uri="{FF2B5EF4-FFF2-40B4-BE49-F238E27FC236}">
                  <a16:creationId xmlns:a16="http://schemas.microsoft.com/office/drawing/2014/main" id="{4A74AE39-0637-449A-9B84-3855AEDDF5CE}"/>
                </a:ext>
              </a:extLst>
            </p:cNvPr>
            <p:cNvGrpSpPr/>
            <p:nvPr/>
          </p:nvGrpSpPr>
          <p:grpSpPr>
            <a:xfrm>
              <a:off x="9182488" y="4178046"/>
              <a:ext cx="2126857" cy="2364225"/>
              <a:chOff x="12695428" y="5365709"/>
              <a:chExt cx="3190286" cy="3546338"/>
            </a:xfrm>
          </p:grpSpPr>
          <p:pic>
            <p:nvPicPr>
              <p:cNvPr id="177" name="Object 9">
                <a:extLst>
                  <a:ext uri="{FF2B5EF4-FFF2-40B4-BE49-F238E27FC236}">
                    <a16:creationId xmlns:a16="http://schemas.microsoft.com/office/drawing/2014/main" id="{2FEF339D-A11C-439B-BF2A-9CF0D281DE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2695428" y="5365709"/>
                <a:ext cx="3190286" cy="3546338"/>
              </a:xfrm>
              <a:prstGeom prst="rect">
                <a:avLst/>
              </a:prstGeom>
            </p:spPr>
          </p:pic>
        </p:grp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A25160B5-3442-4C9F-8FFA-2D53E5633E8A}"/>
                </a:ext>
              </a:extLst>
            </p:cNvPr>
            <p:cNvSpPr/>
            <p:nvPr/>
          </p:nvSpPr>
          <p:spPr>
            <a:xfrm>
              <a:off x="9981747" y="4819895"/>
              <a:ext cx="722811" cy="731428"/>
            </a:xfrm>
            <a:prstGeom prst="ellipse">
              <a:avLst/>
            </a:prstGeom>
            <a:solidFill>
              <a:srgbClr val="9ACECA"/>
            </a:solidFill>
            <a:ln>
              <a:solidFill>
                <a:srgbClr val="9ACE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Object 15">
              <a:extLst>
                <a:ext uri="{FF2B5EF4-FFF2-40B4-BE49-F238E27FC236}">
                  <a16:creationId xmlns:a16="http://schemas.microsoft.com/office/drawing/2014/main" id="{1531CD97-81E1-41BD-9EB6-5FF17FB3625C}"/>
                </a:ext>
              </a:extLst>
            </p:cNvPr>
            <p:cNvSpPr txBox="1"/>
            <p:nvPr/>
          </p:nvSpPr>
          <p:spPr>
            <a:xfrm>
              <a:off x="9914671" y="5064984"/>
              <a:ext cx="862222" cy="241251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여기어때 잘난체 OTF" pitchFamily="34" charset="0"/>
                  <a:cs typeface="여기어때 잘난체 OTF" pitchFamily="34" charset="0"/>
                </a:rPr>
                <a:t>Hello</a:t>
              </a:r>
              <a:endParaRPr 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0949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그룹 89">
            <a:extLst>
              <a:ext uri="{FF2B5EF4-FFF2-40B4-BE49-F238E27FC236}">
                <a16:creationId xmlns:a16="http://schemas.microsoft.com/office/drawing/2014/main" id="{DE99B5EC-9A91-4968-9067-EB616F7ED12B}"/>
              </a:ext>
            </a:extLst>
          </p:cNvPr>
          <p:cNvGrpSpPr/>
          <p:nvPr/>
        </p:nvGrpSpPr>
        <p:grpSpPr>
          <a:xfrm>
            <a:off x="0" y="-282706"/>
            <a:ext cx="12188134" cy="7140706"/>
            <a:chOff x="0" y="-282706"/>
            <a:chExt cx="12188134" cy="7140706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11CB4CC7-668E-4AF4-833B-F29421F961F9}"/>
                </a:ext>
              </a:extLst>
            </p:cNvPr>
            <p:cNvGrpSpPr/>
            <p:nvPr/>
          </p:nvGrpSpPr>
          <p:grpSpPr>
            <a:xfrm>
              <a:off x="0" y="-282706"/>
              <a:ext cx="12188134" cy="7140706"/>
              <a:chOff x="0" y="-282706"/>
              <a:chExt cx="12188134" cy="7140706"/>
            </a:xfrm>
          </p:grpSpPr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EA31B018-117D-4A63-8639-ED0D0147DDF3}"/>
                  </a:ext>
                </a:extLst>
              </p:cNvPr>
              <p:cNvGrpSpPr/>
              <p:nvPr/>
            </p:nvGrpSpPr>
            <p:grpSpPr>
              <a:xfrm>
                <a:off x="11583229" y="-282706"/>
                <a:ext cx="604905" cy="6060974"/>
                <a:chOff x="11583229" y="-282706"/>
                <a:chExt cx="604905" cy="6060974"/>
              </a:xfrm>
            </p:grpSpPr>
            <p:pic>
              <p:nvPicPr>
                <p:cNvPr id="82" name="그림 81">
                  <a:extLst>
                    <a:ext uri="{FF2B5EF4-FFF2-40B4-BE49-F238E27FC236}">
                      <a16:creationId xmlns:a16="http://schemas.microsoft.com/office/drawing/2014/main" id="{29169D90-964F-4B75-88B8-598D693C77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79" name="그림 78">
                  <a:extLst>
                    <a:ext uri="{FF2B5EF4-FFF2-40B4-BE49-F238E27FC236}">
                      <a16:creationId xmlns:a16="http://schemas.microsoft.com/office/drawing/2014/main" id="{BCA57764-9B93-4086-8991-ECD2F123BF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80" name="그림 79">
                  <a:extLst>
                    <a:ext uri="{FF2B5EF4-FFF2-40B4-BE49-F238E27FC236}">
                      <a16:creationId xmlns:a16="http://schemas.microsoft.com/office/drawing/2014/main" id="{0BA3601D-1FB8-47F1-8432-9DEF73D3FB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3229" y="1495928"/>
                  <a:ext cx="461641" cy="3524236"/>
                </a:xfrm>
                <a:prstGeom prst="rect">
                  <a:avLst/>
                </a:prstGeom>
              </p:spPr>
            </p:pic>
            <p:pic>
              <p:nvPicPr>
                <p:cNvPr id="81" name="그림 80">
                  <a:extLst>
                    <a:ext uri="{FF2B5EF4-FFF2-40B4-BE49-F238E27FC236}">
                      <a16:creationId xmlns:a16="http://schemas.microsoft.com/office/drawing/2014/main" id="{3E023EC9-C826-4FBC-8CF8-652143AC7A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6995" y="737824"/>
                  <a:ext cx="451139" cy="3429468"/>
                </a:xfrm>
                <a:prstGeom prst="rect">
                  <a:avLst/>
                </a:prstGeom>
              </p:spPr>
            </p:pic>
          </p:grpSp>
          <p:pic>
            <p:nvPicPr>
              <p:cNvPr id="87" name="그림 86" descr="광장이(가) 표시된 사진&#10;&#10;자동 생성된 설명">
                <a:extLst>
                  <a:ext uri="{FF2B5EF4-FFF2-40B4-BE49-F238E27FC236}">
                    <a16:creationId xmlns:a16="http://schemas.microsoft.com/office/drawing/2014/main" id="{BF1957EA-0255-45FA-940B-4A14D45F8C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3717" cy="6858000"/>
              </a:xfrm>
              <a:prstGeom prst="rect">
                <a:avLst/>
              </a:prstGeom>
            </p:spPr>
          </p:pic>
        </p:grp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8171C47A-B212-4A60-B85E-4C65F5D51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3334" dirty="0">
                <a:solidFill>
                  <a:srgbClr val="494949"/>
                </a:solidFill>
                <a:latin typeface="에스코어 드림 7 ExtraBold" pitchFamily="34" charset="0"/>
              </a:rPr>
              <a:t>About Project Team</a:t>
            </a:r>
            <a:endParaRPr lang="en-US" sz="1200" dirty="0"/>
          </a:p>
        </p:txBody>
      </p:sp>
      <p:sp>
        <p:nvSpPr>
          <p:cNvPr id="35" name="Object 26">
            <a:extLst>
              <a:ext uri="{FF2B5EF4-FFF2-40B4-BE49-F238E27FC236}">
                <a16:creationId xmlns:a16="http://schemas.microsoft.com/office/drawing/2014/main" id="{CF27DBF6-210C-431C-BA7D-4F85FB537B07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133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6 Bold" pitchFamily="34" charset="0"/>
              </a:rPr>
              <a:t>개발사 프로젝트 팀 소개</a:t>
            </a:r>
            <a:endParaRPr lang="en-US" sz="1200" dirty="0">
              <a:solidFill>
                <a:srgbClr val="7BB6B4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FAD78E6-9099-40F3-8FE0-51899292BED1}"/>
              </a:ext>
            </a:extLst>
          </p:cNvPr>
          <p:cNvSpPr/>
          <p:nvPr/>
        </p:nvSpPr>
        <p:spPr>
          <a:xfrm>
            <a:off x="412870" y="1803531"/>
            <a:ext cx="10970583" cy="4735787"/>
          </a:xfrm>
          <a:prstGeom prst="roundRect">
            <a:avLst/>
          </a:prstGeom>
          <a:solidFill>
            <a:srgbClr val="F9F9F9"/>
          </a:solidFill>
          <a:ln>
            <a:solidFill>
              <a:srgbClr val="F5F5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7" name="그룹 1003">
            <a:extLst>
              <a:ext uri="{FF2B5EF4-FFF2-40B4-BE49-F238E27FC236}">
                <a16:creationId xmlns:a16="http://schemas.microsoft.com/office/drawing/2014/main" id="{26CDED6E-FAF6-47E1-836B-065C0E92A1C3}"/>
              </a:ext>
            </a:extLst>
          </p:cNvPr>
          <p:cNvGrpSpPr/>
          <p:nvPr/>
        </p:nvGrpSpPr>
        <p:grpSpPr>
          <a:xfrm>
            <a:off x="1180886" y="2253721"/>
            <a:ext cx="4709418" cy="3397067"/>
            <a:chOff x="2225488" y="3719502"/>
            <a:chExt cx="6794736" cy="4827429"/>
          </a:xfrm>
        </p:grpSpPr>
        <p:pic>
          <p:nvPicPr>
            <p:cNvPr id="38" name="Object 9" descr="맑은 푸른 하늘을 배경으로 한 건물 모서리의 로우 앵글 뷰">
              <a:extLst>
                <a:ext uri="{FF2B5EF4-FFF2-40B4-BE49-F238E27FC236}">
                  <a16:creationId xmlns:a16="http://schemas.microsoft.com/office/drawing/2014/main" id="{483EAEDD-E91B-4617-B84B-393E20D78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25488" y="3719502"/>
              <a:ext cx="6794736" cy="4827429"/>
            </a:xfrm>
            <a:prstGeom prst="rect">
              <a:avLst/>
            </a:prstGeom>
            <a:ln w="44450" cap="rnd">
              <a:solidFill>
                <a:schemeClr val="bg1">
                  <a:lumMod val="65000"/>
                </a:schemeClr>
              </a:solidFill>
            </a:ln>
          </p:spPr>
        </p:pic>
      </p:grpSp>
      <p:sp>
        <p:nvSpPr>
          <p:cNvPr id="39" name="Object 12">
            <a:extLst>
              <a:ext uri="{FF2B5EF4-FFF2-40B4-BE49-F238E27FC236}">
                <a16:creationId xmlns:a16="http://schemas.microsoft.com/office/drawing/2014/main" id="{68CD0F97-25D5-40C1-B8E3-E3AD009D3CFF}"/>
              </a:ext>
            </a:extLst>
          </p:cNvPr>
          <p:cNvSpPr txBox="1"/>
          <p:nvPr/>
        </p:nvSpPr>
        <p:spPr>
          <a:xfrm>
            <a:off x="6287797" y="2790448"/>
            <a:ext cx="5511553" cy="471885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b="1" kern="0" spc="-67" dirty="0">
                <a:solidFill>
                  <a:srgbClr val="7BB6B4"/>
                </a:solidFill>
                <a:latin typeface="에스코어 드림 5 Medium" pitchFamily="34" charset="0"/>
                <a:cs typeface="에스코어 드림 5 Medium" pitchFamily="34" charset="0"/>
              </a:rPr>
              <a:t>핵심 역량</a:t>
            </a:r>
            <a:endParaRPr lang="en-US" sz="1600" b="1" dirty="0">
              <a:solidFill>
                <a:srgbClr val="7BB6B4"/>
              </a:solidFill>
            </a:endParaRPr>
          </a:p>
        </p:txBody>
      </p:sp>
      <p:sp>
        <p:nvSpPr>
          <p:cNvPr id="40" name="Object 13">
            <a:extLst>
              <a:ext uri="{FF2B5EF4-FFF2-40B4-BE49-F238E27FC236}">
                <a16:creationId xmlns:a16="http://schemas.microsoft.com/office/drawing/2014/main" id="{6E7411BB-37D9-4478-A853-F8202452D61D}"/>
              </a:ext>
            </a:extLst>
          </p:cNvPr>
          <p:cNvSpPr txBox="1"/>
          <p:nvPr/>
        </p:nvSpPr>
        <p:spPr>
          <a:xfrm>
            <a:off x="6287797" y="3095111"/>
            <a:ext cx="3870753" cy="93625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1200" kern="0" spc="-67" dirty="0">
                <a:solidFill>
                  <a:srgbClr val="494949"/>
                </a:solidFill>
                <a:latin typeface="에스코어 드림 3 Light" pitchFamily="34" charset="0"/>
                <a:cs typeface="에스코어 드림 3 Light" pitchFamily="34" charset="0"/>
              </a:rPr>
              <a:t>저희 기업은 고객사가 핵심 역량에 집중할 수 있도록 </a:t>
            </a:r>
          </a:p>
          <a:p>
            <a:pPr algn="just"/>
            <a:r>
              <a:rPr lang="en-US" sz="1200" kern="0" spc="-67" dirty="0">
                <a:solidFill>
                  <a:srgbClr val="494949"/>
                </a:solidFill>
                <a:latin typeface="에스코어 드림 3 Light" pitchFamily="34" charset="0"/>
                <a:cs typeface="에스코어 드림 3 Light" pitchFamily="34" charset="0"/>
              </a:rPr>
              <a:t>기본적으로 클라우드에 대한 설계 및 구축 뿐만 아니라 </a:t>
            </a:r>
          </a:p>
          <a:p>
            <a:pPr algn="just"/>
            <a:r>
              <a:rPr lang="en-US" sz="1200" b="1" kern="0" spc="-67" dirty="0">
                <a:solidFill>
                  <a:srgbClr val="494949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3 Light" pitchFamily="34" charset="0"/>
              </a:rPr>
              <a:t>운영</a:t>
            </a:r>
            <a:r>
              <a:rPr lang="en-US" sz="1200" kern="0" spc="-67" dirty="0">
                <a:solidFill>
                  <a:srgbClr val="494949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3 Light" pitchFamily="34" charset="0"/>
              </a:rPr>
              <a:t>, </a:t>
            </a:r>
            <a:r>
              <a:rPr lang="en-US" sz="1200" b="1" kern="0" spc="-67" dirty="0">
                <a:solidFill>
                  <a:srgbClr val="494949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3 Light" pitchFamily="34" charset="0"/>
              </a:rPr>
              <a:t>관리</a:t>
            </a:r>
            <a:r>
              <a:rPr lang="en-US" sz="1200" kern="0" spc="-67" dirty="0">
                <a:solidFill>
                  <a:srgbClr val="494949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3 Light" pitchFamily="34" charset="0"/>
              </a:rPr>
              <a:t>, </a:t>
            </a:r>
            <a:r>
              <a:rPr lang="en-US" sz="1200" b="1" kern="0" spc="-67" dirty="0">
                <a:solidFill>
                  <a:srgbClr val="494949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3 Light" pitchFamily="34" charset="0"/>
              </a:rPr>
              <a:t>대응</a:t>
            </a:r>
            <a:r>
              <a:rPr lang="en-US" sz="1200" kern="0" spc="-67" dirty="0">
                <a:solidFill>
                  <a:srgbClr val="494949"/>
                </a:solidFill>
                <a:latin typeface="에스코어 드림 3 Light" pitchFamily="34" charset="0"/>
                <a:cs typeface="에스코어 드림 3 Light" pitchFamily="34" charset="0"/>
              </a:rPr>
              <a:t>에 대한 모든 과정을 책임지는 기업 입니다.</a:t>
            </a:r>
            <a:endParaRPr lang="en-US" sz="1600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E82469B-C8FE-4950-AF9E-8FACBDE98ABF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D143263E-BDFC-4D00-88B0-467E3C7334CE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0058989A-CFE5-4559-8100-85EF28B86ACD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i="0" dirty="0">
                  <a:solidFill>
                    <a:schemeClr val="bg1"/>
                  </a:solidFill>
                  <a:effectLst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SCENARIO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909D28FF-5CCE-4926-B516-59C99C4B9907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7CFA51AE-A713-4160-9F60-F39210DAA85A}"/>
                </a:ext>
              </a:extLst>
            </p:cNvPr>
            <p:cNvCxnSpPr>
              <a:cxnSpLocks/>
            </p:cNvCxnSpPr>
            <p:nvPr/>
          </p:nvCxnSpPr>
          <p:spPr>
            <a:xfrm>
              <a:off x="597067" y="364804"/>
              <a:ext cx="893082" cy="822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이등변 삼각형 60">
              <a:extLst>
                <a:ext uri="{FF2B5EF4-FFF2-40B4-BE49-F238E27FC236}">
                  <a16:creationId xmlns:a16="http://schemas.microsoft.com/office/drawing/2014/main" id="{E23FD150-0D0B-44FF-9216-01C08D7A51C1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A1C471DB-9281-4E06-B983-BF8C9B1B7DD1}"/>
              </a:ext>
            </a:extLst>
          </p:cNvPr>
          <p:cNvGrpSpPr/>
          <p:nvPr/>
        </p:nvGrpSpPr>
        <p:grpSpPr>
          <a:xfrm>
            <a:off x="11738549" y="1590793"/>
            <a:ext cx="461665" cy="1127312"/>
            <a:chOff x="11770079" y="719251"/>
            <a:chExt cx="461665" cy="112731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AD895BB-9241-452D-990F-B6B58BB8E780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10588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Scenario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827DDC6-BE7B-4865-9E92-480B849D567C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719251"/>
              <a:ext cx="0" cy="1127312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16A10A48-77CB-461B-B647-E03B61B5CD56}"/>
              </a:ext>
            </a:extLst>
          </p:cNvPr>
          <p:cNvSpPr/>
          <p:nvPr/>
        </p:nvSpPr>
        <p:spPr>
          <a:xfrm>
            <a:off x="4816773" y="4270155"/>
            <a:ext cx="6060265" cy="1936006"/>
          </a:xfrm>
          <a:prstGeom prst="wedgeRectCallout">
            <a:avLst/>
          </a:prstGeom>
          <a:solidFill>
            <a:srgbClr val="8888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8A9A715-60C8-445D-8A00-18445C432CCA}"/>
              </a:ext>
            </a:extLst>
          </p:cNvPr>
          <p:cNvGrpSpPr/>
          <p:nvPr/>
        </p:nvGrpSpPr>
        <p:grpSpPr>
          <a:xfrm>
            <a:off x="4646641" y="4412620"/>
            <a:ext cx="6148558" cy="1651076"/>
            <a:chOff x="5277628" y="3895622"/>
            <a:chExt cx="6148558" cy="1651076"/>
          </a:xfrm>
        </p:grpSpPr>
        <p:grpSp>
          <p:nvGrpSpPr>
            <p:cNvPr id="41" name="그룹 1004">
              <a:extLst>
                <a:ext uri="{FF2B5EF4-FFF2-40B4-BE49-F238E27FC236}">
                  <a16:creationId xmlns:a16="http://schemas.microsoft.com/office/drawing/2014/main" id="{3DFCABE5-053C-4DDC-B7C9-FF53E9EB09FA}"/>
                </a:ext>
              </a:extLst>
            </p:cNvPr>
            <p:cNvGrpSpPr/>
            <p:nvPr/>
          </p:nvGrpSpPr>
          <p:grpSpPr>
            <a:xfrm>
              <a:off x="5536278" y="3895622"/>
              <a:ext cx="5883230" cy="1651076"/>
              <a:chOff x="8632049" y="5986964"/>
              <a:chExt cx="8824845" cy="2476614"/>
            </a:xfrm>
          </p:grpSpPr>
          <p:pic>
            <p:nvPicPr>
              <p:cNvPr id="42" name="Object 14">
                <a:extLst>
                  <a:ext uri="{FF2B5EF4-FFF2-40B4-BE49-F238E27FC236}">
                    <a16:creationId xmlns:a16="http://schemas.microsoft.com/office/drawing/2014/main" id="{E32FF58D-4283-4163-A70A-BA4AB6047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632049" y="5986964"/>
                <a:ext cx="8824845" cy="2476614"/>
              </a:xfrm>
              <a:prstGeom prst="rect">
                <a:avLst/>
              </a:prstGeom>
            </p:spPr>
          </p:pic>
        </p:grpSp>
        <p:sp>
          <p:nvSpPr>
            <p:cNvPr id="43" name="Object 17">
              <a:extLst>
                <a:ext uri="{FF2B5EF4-FFF2-40B4-BE49-F238E27FC236}">
                  <a16:creationId xmlns:a16="http://schemas.microsoft.com/office/drawing/2014/main" id="{59013409-44E1-45CB-8CD8-B7DC4FED348B}"/>
                </a:ext>
              </a:extLst>
            </p:cNvPr>
            <p:cNvSpPr txBox="1"/>
            <p:nvPr/>
          </p:nvSpPr>
          <p:spPr>
            <a:xfrm>
              <a:off x="5277628" y="4989184"/>
              <a:ext cx="2467909" cy="273481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ctr"/>
              <a:r>
                <a:rPr lang="en-US" sz="1200" b="1" kern="0" spc="-67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에스코어 드림 3 Light" pitchFamily="34" charset="0"/>
                </a:rPr>
                <a:t>설계 및 구축</a:t>
              </a:r>
              <a:endParaRPr lang="en-US" sz="1200" b="1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44" name="Object 18">
              <a:extLst>
                <a:ext uri="{FF2B5EF4-FFF2-40B4-BE49-F238E27FC236}">
                  <a16:creationId xmlns:a16="http://schemas.microsoft.com/office/drawing/2014/main" id="{6D5A7C82-BDA7-4AC8-BA17-D321C454E93E}"/>
                </a:ext>
              </a:extLst>
            </p:cNvPr>
            <p:cNvSpPr txBox="1"/>
            <p:nvPr/>
          </p:nvSpPr>
          <p:spPr>
            <a:xfrm>
              <a:off x="7462899" y="5018056"/>
              <a:ext cx="2066389" cy="273481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ctr"/>
              <a:r>
                <a:rPr lang="en-US" sz="1200" b="1" kern="0" spc="-67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에스코어 드림 3 Light" pitchFamily="34" charset="0"/>
                </a:rPr>
                <a:t>운영, 관리, 대응</a:t>
              </a:r>
              <a:endParaRPr lang="en-US" sz="1200" b="1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46" name="Object 19">
              <a:extLst>
                <a:ext uri="{FF2B5EF4-FFF2-40B4-BE49-F238E27FC236}">
                  <a16:creationId xmlns:a16="http://schemas.microsoft.com/office/drawing/2014/main" id="{BDF9E79B-FF37-4C94-937C-5828EE484847}"/>
                </a:ext>
              </a:extLst>
            </p:cNvPr>
            <p:cNvSpPr txBox="1"/>
            <p:nvPr/>
          </p:nvSpPr>
          <p:spPr>
            <a:xfrm>
              <a:off x="9414867" y="5018056"/>
              <a:ext cx="2011319" cy="273481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ctr"/>
              <a:r>
                <a:rPr lang="en-US" sz="1200" b="1" kern="0" spc="-67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에스코어 드림 3 Light" pitchFamily="34" charset="0"/>
                </a:rPr>
                <a:t>사후 관리 서비스</a:t>
              </a:r>
              <a:endParaRPr lang="en-US" sz="1200" b="1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grpSp>
          <p:nvGrpSpPr>
            <p:cNvPr id="48" name="그룹 1005">
              <a:extLst>
                <a:ext uri="{FF2B5EF4-FFF2-40B4-BE49-F238E27FC236}">
                  <a16:creationId xmlns:a16="http://schemas.microsoft.com/office/drawing/2014/main" id="{B76389A9-02E0-4785-AFF6-50720E0FFAB6}"/>
                </a:ext>
              </a:extLst>
            </p:cNvPr>
            <p:cNvGrpSpPr/>
            <p:nvPr/>
          </p:nvGrpSpPr>
          <p:grpSpPr>
            <a:xfrm>
              <a:off x="6985332" y="4777955"/>
              <a:ext cx="1104727" cy="22844"/>
              <a:chOff x="10798605" y="7210087"/>
              <a:chExt cx="1657091" cy="34266"/>
            </a:xfrm>
          </p:grpSpPr>
          <p:pic>
            <p:nvPicPr>
              <p:cNvPr id="49" name="Object 20">
                <a:extLst>
                  <a:ext uri="{FF2B5EF4-FFF2-40B4-BE49-F238E27FC236}">
                    <a16:creationId xmlns:a16="http://schemas.microsoft.com/office/drawing/2014/main" id="{8AFFF249-5765-4DBE-9470-851BDA0FC7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16200000">
                <a:off x="10798605" y="7210087"/>
                <a:ext cx="1657091" cy="34266"/>
              </a:xfrm>
              <a:prstGeom prst="rect">
                <a:avLst/>
              </a:prstGeom>
            </p:spPr>
          </p:pic>
        </p:grpSp>
        <p:grpSp>
          <p:nvGrpSpPr>
            <p:cNvPr id="51" name="그룹 1006">
              <a:extLst>
                <a:ext uri="{FF2B5EF4-FFF2-40B4-BE49-F238E27FC236}">
                  <a16:creationId xmlns:a16="http://schemas.microsoft.com/office/drawing/2014/main" id="{0F7AE1CD-1AA5-43A2-B4FD-AFCDCB86B541}"/>
                </a:ext>
              </a:extLst>
            </p:cNvPr>
            <p:cNvGrpSpPr/>
            <p:nvPr/>
          </p:nvGrpSpPr>
          <p:grpSpPr>
            <a:xfrm>
              <a:off x="9018338" y="4786395"/>
              <a:ext cx="1104727" cy="22844"/>
              <a:chOff x="13693929" y="7210087"/>
              <a:chExt cx="1657091" cy="34266"/>
            </a:xfrm>
          </p:grpSpPr>
          <p:pic>
            <p:nvPicPr>
              <p:cNvPr id="52" name="Object 23">
                <a:extLst>
                  <a:ext uri="{FF2B5EF4-FFF2-40B4-BE49-F238E27FC236}">
                    <a16:creationId xmlns:a16="http://schemas.microsoft.com/office/drawing/2014/main" id="{0D3FE00E-C004-49FD-92FF-C31E7CE3DB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16200000">
                <a:off x="13693929" y="7210087"/>
                <a:ext cx="1657091" cy="34266"/>
              </a:xfrm>
              <a:prstGeom prst="rect">
                <a:avLst/>
              </a:prstGeom>
            </p:spPr>
          </p:pic>
        </p:grpSp>
        <p:grpSp>
          <p:nvGrpSpPr>
            <p:cNvPr id="53" name="그룹 1007">
              <a:extLst>
                <a:ext uri="{FF2B5EF4-FFF2-40B4-BE49-F238E27FC236}">
                  <a16:creationId xmlns:a16="http://schemas.microsoft.com/office/drawing/2014/main" id="{449D2358-CDE8-4A4A-A142-B312FF6DE565}"/>
                </a:ext>
              </a:extLst>
            </p:cNvPr>
            <p:cNvGrpSpPr/>
            <p:nvPr/>
          </p:nvGrpSpPr>
          <p:grpSpPr>
            <a:xfrm>
              <a:off x="10258632" y="4404669"/>
              <a:ext cx="398331" cy="517494"/>
              <a:chOff x="15636573" y="6466294"/>
              <a:chExt cx="597496" cy="776241"/>
            </a:xfrm>
          </p:grpSpPr>
          <p:pic>
            <p:nvPicPr>
              <p:cNvPr id="54" name="Object 28">
                <a:extLst>
                  <a:ext uri="{FF2B5EF4-FFF2-40B4-BE49-F238E27FC236}">
                    <a16:creationId xmlns:a16="http://schemas.microsoft.com/office/drawing/2014/main" id="{9AF3ED43-3F2F-44DE-8808-94451EBBBD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5636573" y="6466294"/>
                <a:ext cx="597496" cy="776241"/>
              </a:xfrm>
              <a:prstGeom prst="rect">
                <a:avLst/>
              </a:prstGeom>
            </p:spPr>
          </p:pic>
        </p:grpSp>
        <p:grpSp>
          <p:nvGrpSpPr>
            <p:cNvPr id="55" name="그룹 1008">
              <a:extLst>
                <a:ext uri="{FF2B5EF4-FFF2-40B4-BE49-F238E27FC236}">
                  <a16:creationId xmlns:a16="http://schemas.microsoft.com/office/drawing/2014/main" id="{1CD55D20-5B20-485E-948F-15BD06BC4A8D}"/>
                </a:ext>
              </a:extLst>
            </p:cNvPr>
            <p:cNvGrpSpPr/>
            <p:nvPr/>
          </p:nvGrpSpPr>
          <p:grpSpPr>
            <a:xfrm>
              <a:off x="8341485" y="4380306"/>
              <a:ext cx="514574" cy="516850"/>
              <a:chOff x="12651006" y="6466777"/>
              <a:chExt cx="771861" cy="775275"/>
            </a:xfrm>
          </p:grpSpPr>
          <p:pic>
            <p:nvPicPr>
              <p:cNvPr id="56" name="Object 31">
                <a:extLst>
                  <a:ext uri="{FF2B5EF4-FFF2-40B4-BE49-F238E27FC236}">
                    <a16:creationId xmlns:a16="http://schemas.microsoft.com/office/drawing/2014/main" id="{EF035699-96E9-4FAB-A103-58A7B31A73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2651006" y="6466777"/>
                <a:ext cx="771861" cy="775275"/>
              </a:xfrm>
              <a:prstGeom prst="rect">
                <a:avLst/>
              </a:prstGeom>
            </p:spPr>
          </p:pic>
        </p:grpSp>
        <p:grpSp>
          <p:nvGrpSpPr>
            <p:cNvPr id="57" name="그룹 1009">
              <a:extLst>
                <a:ext uri="{FF2B5EF4-FFF2-40B4-BE49-F238E27FC236}">
                  <a16:creationId xmlns:a16="http://schemas.microsoft.com/office/drawing/2014/main" id="{9D5059A5-4178-45A0-B1E5-4F7913BC90DF}"/>
                </a:ext>
              </a:extLst>
            </p:cNvPr>
            <p:cNvGrpSpPr/>
            <p:nvPr/>
          </p:nvGrpSpPr>
          <p:grpSpPr>
            <a:xfrm>
              <a:off x="6224915" y="4409530"/>
              <a:ext cx="573336" cy="520635"/>
              <a:chOff x="9712107" y="6463939"/>
              <a:chExt cx="860004" cy="780952"/>
            </a:xfrm>
          </p:grpSpPr>
          <p:pic>
            <p:nvPicPr>
              <p:cNvPr id="58" name="Object 34">
                <a:extLst>
                  <a:ext uri="{FF2B5EF4-FFF2-40B4-BE49-F238E27FC236}">
                    <a16:creationId xmlns:a16="http://schemas.microsoft.com/office/drawing/2014/main" id="{8BF13F08-AC39-43BD-8A93-A2E2EDE110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9712107" y="6463939"/>
                <a:ext cx="860004" cy="780952"/>
              </a:xfrm>
              <a:prstGeom prst="rect">
                <a:avLst/>
              </a:prstGeom>
            </p:spPr>
          </p:pic>
        </p:grpSp>
      </p:grp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24B31D8E-1243-4E88-9FF3-FB9FAC670CB0}"/>
              </a:ext>
            </a:extLst>
          </p:cNvPr>
          <p:cNvCxnSpPr>
            <a:cxnSpLocks/>
          </p:cNvCxnSpPr>
          <p:nvPr/>
        </p:nvCxnSpPr>
        <p:spPr>
          <a:xfrm flipV="1">
            <a:off x="6144533" y="3983053"/>
            <a:ext cx="4037319" cy="1518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766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4F206ED8-89E1-4980-BE23-DEB12472D4B9}"/>
              </a:ext>
            </a:extLst>
          </p:cNvPr>
          <p:cNvGrpSpPr/>
          <p:nvPr/>
        </p:nvGrpSpPr>
        <p:grpSpPr>
          <a:xfrm>
            <a:off x="0" y="-282706"/>
            <a:ext cx="12188134" cy="7140706"/>
            <a:chOff x="0" y="-282706"/>
            <a:chExt cx="12188134" cy="7140706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67DE840B-E890-421E-B720-6AE7A9DE2B9B}"/>
                </a:ext>
              </a:extLst>
            </p:cNvPr>
            <p:cNvGrpSpPr/>
            <p:nvPr/>
          </p:nvGrpSpPr>
          <p:grpSpPr>
            <a:xfrm>
              <a:off x="0" y="-282706"/>
              <a:ext cx="12188134" cy="7140706"/>
              <a:chOff x="0" y="-282706"/>
              <a:chExt cx="12188134" cy="7140706"/>
            </a:xfrm>
          </p:grpSpPr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FD9CC98F-8954-4C1E-8566-C49DC3211951}"/>
                  </a:ext>
                </a:extLst>
              </p:cNvPr>
              <p:cNvGrpSpPr/>
              <p:nvPr/>
            </p:nvGrpSpPr>
            <p:grpSpPr>
              <a:xfrm>
                <a:off x="11583229" y="-282706"/>
                <a:ext cx="604905" cy="6060974"/>
                <a:chOff x="11583229" y="-282706"/>
                <a:chExt cx="604905" cy="6060974"/>
              </a:xfrm>
            </p:grpSpPr>
            <p:pic>
              <p:nvPicPr>
                <p:cNvPr id="74" name="그림 73">
                  <a:extLst>
                    <a:ext uri="{FF2B5EF4-FFF2-40B4-BE49-F238E27FC236}">
                      <a16:creationId xmlns:a16="http://schemas.microsoft.com/office/drawing/2014/main" id="{91932ED7-E500-4602-A63B-1C0D516000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75" name="그림 74">
                  <a:extLst>
                    <a:ext uri="{FF2B5EF4-FFF2-40B4-BE49-F238E27FC236}">
                      <a16:creationId xmlns:a16="http://schemas.microsoft.com/office/drawing/2014/main" id="{16E33FF4-05AB-407E-9B43-A3C6BF3A4E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76" name="그림 75">
                  <a:extLst>
                    <a:ext uri="{FF2B5EF4-FFF2-40B4-BE49-F238E27FC236}">
                      <a16:creationId xmlns:a16="http://schemas.microsoft.com/office/drawing/2014/main" id="{57BA8713-1DFE-4378-A33D-010E39F789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3229" y="1495928"/>
                  <a:ext cx="461641" cy="3524236"/>
                </a:xfrm>
                <a:prstGeom prst="rect">
                  <a:avLst/>
                </a:prstGeom>
              </p:spPr>
            </p:pic>
            <p:pic>
              <p:nvPicPr>
                <p:cNvPr id="77" name="그림 76">
                  <a:extLst>
                    <a:ext uri="{FF2B5EF4-FFF2-40B4-BE49-F238E27FC236}">
                      <a16:creationId xmlns:a16="http://schemas.microsoft.com/office/drawing/2014/main" id="{0063F84E-971C-4D1B-9AEF-32E0D580C8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6995" y="737824"/>
                  <a:ext cx="451139" cy="3429468"/>
                </a:xfrm>
                <a:prstGeom prst="rect">
                  <a:avLst/>
                </a:prstGeom>
              </p:spPr>
            </p:pic>
          </p:grpSp>
          <p:pic>
            <p:nvPicPr>
              <p:cNvPr id="73" name="그림 72" descr="광장이(가) 표시된 사진&#10;&#10;자동 생성된 설명">
                <a:extLst>
                  <a:ext uri="{FF2B5EF4-FFF2-40B4-BE49-F238E27FC236}">
                    <a16:creationId xmlns:a16="http://schemas.microsoft.com/office/drawing/2014/main" id="{0F10ED75-3AAB-4409-A012-D2F74A64F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3717" cy="6858000"/>
              </a:xfrm>
              <a:prstGeom prst="rect">
                <a:avLst/>
              </a:prstGeom>
            </p:spPr>
          </p:pic>
        </p:grp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54CCEB80-98CF-4409-89A2-987B65019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sp>
        <p:nvSpPr>
          <p:cNvPr id="168" name="사각형: 둥근 모서리 167">
            <a:extLst>
              <a:ext uri="{FF2B5EF4-FFF2-40B4-BE49-F238E27FC236}">
                <a16:creationId xmlns:a16="http://schemas.microsoft.com/office/drawing/2014/main" id="{FE3E8CAB-010B-4958-9D78-86ABD0C0BC70}"/>
              </a:ext>
            </a:extLst>
          </p:cNvPr>
          <p:cNvSpPr/>
          <p:nvPr/>
        </p:nvSpPr>
        <p:spPr>
          <a:xfrm>
            <a:off x="412870" y="1803531"/>
            <a:ext cx="10970583" cy="4735787"/>
          </a:xfrm>
          <a:prstGeom prst="roundRect">
            <a:avLst/>
          </a:prstGeom>
          <a:solidFill>
            <a:srgbClr val="F9F9F9"/>
          </a:solidFill>
          <a:ln>
            <a:solidFill>
              <a:srgbClr val="F5F5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altLang="ko-KR" sz="3334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About Penta Cloud</a:t>
            </a:r>
            <a:endParaRPr lang="en-US" altLang="ko-KR" sz="1200" dirty="0"/>
          </a:p>
        </p:txBody>
      </p:sp>
      <p:sp>
        <p:nvSpPr>
          <p:cNvPr id="71" name="Object 13">
            <a:extLst>
              <a:ext uri="{FF2B5EF4-FFF2-40B4-BE49-F238E27FC236}">
                <a16:creationId xmlns:a16="http://schemas.microsoft.com/office/drawing/2014/main" id="{EFFCE490-FF12-40B4-BB32-6537FEA6DFD7}"/>
              </a:ext>
            </a:extLst>
          </p:cNvPr>
          <p:cNvSpPr txBox="1"/>
          <p:nvPr/>
        </p:nvSpPr>
        <p:spPr>
          <a:xfrm>
            <a:off x="3945141" y="5914534"/>
            <a:ext cx="5511553" cy="370352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2000" kern="0" spc="-67" dirty="0">
                <a:solidFill>
                  <a:srgbClr val="494949"/>
                </a:solidFill>
                <a:latin typeface="에스코어 드림 5 Medium" pitchFamily="34" charset="0"/>
                <a:cs typeface="에스코어 드림 5 Medium" pitchFamily="34" charset="0"/>
              </a:rPr>
              <a:t> </a:t>
            </a:r>
            <a:r>
              <a:rPr lang="en-US" sz="2000" kern="0" spc="-67" dirty="0">
                <a:solidFill>
                  <a:srgbClr val="7BB6B4"/>
                </a:solidFill>
                <a:latin typeface="에스코어 드림 5 Medium" pitchFamily="34" charset="0"/>
                <a:cs typeface="에스코어 드림 5 Medium" pitchFamily="34" charset="0"/>
              </a:rPr>
              <a:t>Penta Cloud의 핵심 업무 영역</a:t>
            </a:r>
            <a:endParaRPr lang="en-US" sz="2000" dirty="0">
              <a:solidFill>
                <a:srgbClr val="7BB6B4"/>
              </a:solidFill>
            </a:endParaRPr>
          </a:p>
        </p:txBody>
      </p:sp>
      <p:sp>
        <p:nvSpPr>
          <p:cNvPr id="48" name="Object 26">
            <a:extLst>
              <a:ext uri="{FF2B5EF4-FFF2-40B4-BE49-F238E27FC236}">
                <a16:creationId xmlns:a16="http://schemas.microsoft.com/office/drawing/2014/main" id="{AE5A2308-8155-4147-8F18-EF65374A1E3E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133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6 Bold" pitchFamily="34" charset="0"/>
              </a:rPr>
              <a:t>개발사 소개</a:t>
            </a:r>
            <a:endParaRPr lang="en-US" sz="1200" dirty="0">
              <a:solidFill>
                <a:srgbClr val="7BB6B4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4A1362E6-52A0-4B9B-B341-8D604C76B4D5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29042B2-C0EE-4884-A98B-3592EA8ABE8B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A7C86808-138D-4A86-9F1D-F7AAA3F2CA65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i="0" dirty="0">
                  <a:solidFill>
                    <a:schemeClr val="bg1"/>
                  </a:solidFill>
                  <a:effectLst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SCENARIO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0DDD5E20-1023-48EF-B49A-F5CF37D76FD2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3606B292-0CC7-4E58-96F2-BD5B1D8587D9}"/>
                </a:ext>
              </a:extLst>
            </p:cNvPr>
            <p:cNvCxnSpPr>
              <a:cxnSpLocks/>
            </p:cNvCxnSpPr>
            <p:nvPr/>
          </p:nvCxnSpPr>
          <p:spPr>
            <a:xfrm>
              <a:off x="597067" y="364804"/>
              <a:ext cx="893082" cy="822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이등변 삼각형 88">
              <a:extLst>
                <a:ext uri="{FF2B5EF4-FFF2-40B4-BE49-F238E27FC236}">
                  <a16:creationId xmlns:a16="http://schemas.microsoft.com/office/drawing/2014/main" id="{2B85D8A0-2A50-4E27-823A-B2B56F83B382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8DF81F1-A233-4288-8251-2115E47140F0}"/>
              </a:ext>
            </a:extLst>
          </p:cNvPr>
          <p:cNvGrpSpPr/>
          <p:nvPr/>
        </p:nvGrpSpPr>
        <p:grpSpPr>
          <a:xfrm>
            <a:off x="11738549" y="1590793"/>
            <a:ext cx="461665" cy="1127312"/>
            <a:chOff x="11770079" y="719251"/>
            <a:chExt cx="461665" cy="112731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A77B28A-F9E7-4274-983D-DC9CA2855865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10588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Scenario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B476D620-523C-4E5C-AB86-79987F650361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719251"/>
              <a:ext cx="0" cy="1127312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타원 1">
            <a:extLst>
              <a:ext uri="{FF2B5EF4-FFF2-40B4-BE49-F238E27FC236}">
                <a16:creationId xmlns:a16="http://schemas.microsoft.com/office/drawing/2014/main" id="{72C6E387-0E11-4843-9D46-F8BDFD520E83}"/>
              </a:ext>
            </a:extLst>
          </p:cNvPr>
          <p:cNvSpPr/>
          <p:nvPr/>
        </p:nvSpPr>
        <p:spPr>
          <a:xfrm>
            <a:off x="991508" y="2154842"/>
            <a:ext cx="2701121" cy="25676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BA03FBB-7AC7-4A7F-B693-21655895A676}"/>
              </a:ext>
            </a:extLst>
          </p:cNvPr>
          <p:cNvSpPr/>
          <p:nvPr/>
        </p:nvSpPr>
        <p:spPr>
          <a:xfrm>
            <a:off x="4535697" y="2154842"/>
            <a:ext cx="2701121" cy="2567606"/>
          </a:xfrm>
          <a:prstGeom prst="ellipse">
            <a:avLst/>
          </a:prstGeom>
          <a:solidFill>
            <a:srgbClr val="BCDE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8C7AD8DE-FAD8-4DA1-A74E-59958FCE9B45}"/>
              </a:ext>
            </a:extLst>
          </p:cNvPr>
          <p:cNvSpPr/>
          <p:nvPr/>
        </p:nvSpPr>
        <p:spPr>
          <a:xfrm>
            <a:off x="8061543" y="2145197"/>
            <a:ext cx="2701121" cy="256760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9AA2E868-4748-4B89-BB53-1B85F7F082AE}"/>
              </a:ext>
            </a:extLst>
          </p:cNvPr>
          <p:cNvGrpSpPr/>
          <p:nvPr/>
        </p:nvGrpSpPr>
        <p:grpSpPr>
          <a:xfrm>
            <a:off x="3009172" y="2310383"/>
            <a:ext cx="724162" cy="558638"/>
            <a:chOff x="868363" y="822325"/>
            <a:chExt cx="327025" cy="304800"/>
          </a:xfrm>
          <a:solidFill>
            <a:schemeClr val="accent6">
              <a:lumMod val="75000"/>
            </a:schemeClr>
          </a:solidFill>
        </p:grpSpPr>
        <p:sp>
          <p:nvSpPr>
            <p:cNvPr id="136" name="Freeform 62">
              <a:extLst>
                <a:ext uri="{FF2B5EF4-FFF2-40B4-BE49-F238E27FC236}">
                  <a16:creationId xmlns:a16="http://schemas.microsoft.com/office/drawing/2014/main" id="{41CCC32D-A996-4B8C-BD7F-F78586DCD9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8363" y="822325"/>
              <a:ext cx="327025" cy="304800"/>
            </a:xfrm>
            <a:custGeom>
              <a:avLst/>
              <a:gdLst>
                <a:gd name="T0" fmla="*/ 39 w 105"/>
                <a:gd name="T1" fmla="*/ 70 h 98"/>
                <a:gd name="T2" fmla="*/ 26 w 105"/>
                <a:gd name="T3" fmla="*/ 57 h 98"/>
                <a:gd name="T4" fmla="*/ 12 w 105"/>
                <a:gd name="T5" fmla="*/ 70 h 98"/>
                <a:gd name="T6" fmla="*/ 26 w 105"/>
                <a:gd name="T7" fmla="*/ 84 h 98"/>
                <a:gd name="T8" fmla="*/ 39 w 105"/>
                <a:gd name="T9" fmla="*/ 70 h 98"/>
                <a:gd name="T10" fmla="*/ 61 w 105"/>
                <a:gd name="T11" fmla="*/ 70 h 98"/>
                <a:gd name="T12" fmla="*/ 61 w 105"/>
                <a:gd name="T13" fmla="*/ 21 h 98"/>
                <a:gd name="T14" fmla="*/ 54 w 105"/>
                <a:gd name="T15" fmla="*/ 21 h 98"/>
                <a:gd name="T16" fmla="*/ 54 w 105"/>
                <a:gd name="T17" fmla="*/ 23 h 98"/>
                <a:gd name="T18" fmla="*/ 41 w 105"/>
                <a:gd name="T19" fmla="*/ 36 h 98"/>
                <a:gd name="T20" fmla="*/ 54 w 105"/>
                <a:gd name="T21" fmla="*/ 48 h 98"/>
                <a:gd name="T22" fmla="*/ 54 w 105"/>
                <a:gd name="T23" fmla="*/ 61 h 98"/>
                <a:gd name="T24" fmla="*/ 49 w 105"/>
                <a:gd name="T25" fmla="*/ 55 h 98"/>
                <a:gd name="T26" fmla="*/ 41 w 105"/>
                <a:gd name="T27" fmla="*/ 55 h 98"/>
                <a:gd name="T28" fmla="*/ 54 w 105"/>
                <a:gd name="T29" fmla="*/ 68 h 98"/>
                <a:gd name="T30" fmla="*/ 54 w 105"/>
                <a:gd name="T31" fmla="*/ 70 h 98"/>
                <a:gd name="T32" fmla="*/ 61 w 105"/>
                <a:gd name="T33" fmla="*/ 70 h 98"/>
                <a:gd name="T34" fmla="*/ 63 w 105"/>
                <a:gd name="T35" fmla="*/ 43 h 98"/>
                <a:gd name="T36" fmla="*/ 63 w 105"/>
                <a:gd name="T37" fmla="*/ 50 h 98"/>
                <a:gd name="T38" fmla="*/ 66 w 105"/>
                <a:gd name="T39" fmla="*/ 55 h 98"/>
                <a:gd name="T40" fmla="*/ 63 w 105"/>
                <a:gd name="T41" fmla="*/ 60 h 98"/>
                <a:gd name="T42" fmla="*/ 63 w 105"/>
                <a:gd name="T43" fmla="*/ 67 h 98"/>
                <a:gd name="T44" fmla="*/ 74 w 105"/>
                <a:gd name="T45" fmla="*/ 55 h 98"/>
                <a:gd name="T46" fmla="*/ 63 w 105"/>
                <a:gd name="T47" fmla="*/ 43 h 98"/>
                <a:gd name="T48" fmla="*/ 66 w 105"/>
                <a:gd name="T49" fmla="*/ 36 h 98"/>
                <a:gd name="T50" fmla="*/ 74 w 105"/>
                <a:gd name="T51" fmla="*/ 36 h 98"/>
                <a:gd name="T52" fmla="*/ 63 w 105"/>
                <a:gd name="T53" fmla="*/ 24 h 98"/>
                <a:gd name="T54" fmla="*/ 63 w 105"/>
                <a:gd name="T55" fmla="*/ 31 h 98"/>
                <a:gd name="T56" fmla="*/ 66 w 105"/>
                <a:gd name="T57" fmla="*/ 36 h 98"/>
                <a:gd name="T58" fmla="*/ 63 w 105"/>
                <a:gd name="T59" fmla="*/ 0 h 98"/>
                <a:gd name="T60" fmla="*/ 105 w 105"/>
                <a:gd name="T61" fmla="*/ 58 h 98"/>
                <a:gd name="T62" fmla="*/ 49 w 105"/>
                <a:gd name="T63" fmla="*/ 98 h 98"/>
                <a:gd name="T64" fmla="*/ 0 w 105"/>
                <a:gd name="T65" fmla="*/ 89 h 98"/>
                <a:gd name="T66" fmla="*/ 7 w 105"/>
                <a:gd name="T67" fmla="*/ 40 h 98"/>
                <a:gd name="T68" fmla="*/ 63 w 105"/>
                <a:gd name="T69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5" h="98">
                  <a:moveTo>
                    <a:pt x="39" y="70"/>
                  </a:moveTo>
                  <a:cubicBezTo>
                    <a:pt x="39" y="63"/>
                    <a:pt x="33" y="57"/>
                    <a:pt x="26" y="57"/>
                  </a:cubicBezTo>
                  <a:cubicBezTo>
                    <a:pt x="18" y="57"/>
                    <a:pt x="12" y="63"/>
                    <a:pt x="12" y="70"/>
                  </a:cubicBezTo>
                  <a:cubicBezTo>
                    <a:pt x="12" y="78"/>
                    <a:pt x="18" y="84"/>
                    <a:pt x="26" y="84"/>
                  </a:cubicBezTo>
                  <a:cubicBezTo>
                    <a:pt x="33" y="84"/>
                    <a:pt x="39" y="78"/>
                    <a:pt x="39" y="70"/>
                  </a:cubicBezTo>
                  <a:close/>
                  <a:moveTo>
                    <a:pt x="61" y="70"/>
                  </a:moveTo>
                  <a:cubicBezTo>
                    <a:pt x="61" y="21"/>
                    <a:pt x="61" y="21"/>
                    <a:pt x="61" y="2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47" y="24"/>
                    <a:pt x="41" y="30"/>
                    <a:pt x="41" y="36"/>
                  </a:cubicBezTo>
                  <a:cubicBezTo>
                    <a:pt x="41" y="42"/>
                    <a:pt x="47" y="47"/>
                    <a:pt x="54" y="48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51" y="60"/>
                    <a:pt x="49" y="58"/>
                    <a:pt x="49" y="55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1" y="61"/>
                    <a:pt x="47" y="66"/>
                    <a:pt x="54" y="68"/>
                  </a:cubicBezTo>
                  <a:cubicBezTo>
                    <a:pt x="54" y="70"/>
                    <a:pt x="54" y="70"/>
                    <a:pt x="54" y="70"/>
                  </a:cubicBezTo>
                  <a:lnTo>
                    <a:pt x="61" y="70"/>
                  </a:lnTo>
                  <a:close/>
                  <a:moveTo>
                    <a:pt x="63" y="43"/>
                  </a:moveTo>
                  <a:cubicBezTo>
                    <a:pt x="63" y="50"/>
                    <a:pt x="63" y="50"/>
                    <a:pt x="63" y="50"/>
                  </a:cubicBezTo>
                  <a:cubicBezTo>
                    <a:pt x="65" y="51"/>
                    <a:pt x="66" y="53"/>
                    <a:pt x="66" y="55"/>
                  </a:cubicBezTo>
                  <a:cubicBezTo>
                    <a:pt x="66" y="57"/>
                    <a:pt x="65" y="59"/>
                    <a:pt x="63" y="60"/>
                  </a:cubicBezTo>
                  <a:cubicBezTo>
                    <a:pt x="63" y="67"/>
                    <a:pt x="63" y="67"/>
                    <a:pt x="63" y="67"/>
                  </a:cubicBezTo>
                  <a:cubicBezTo>
                    <a:pt x="70" y="65"/>
                    <a:pt x="74" y="61"/>
                    <a:pt x="74" y="55"/>
                  </a:cubicBezTo>
                  <a:cubicBezTo>
                    <a:pt x="74" y="50"/>
                    <a:pt x="70" y="45"/>
                    <a:pt x="63" y="43"/>
                  </a:cubicBezTo>
                  <a:close/>
                  <a:moveTo>
                    <a:pt x="66" y="36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4" y="30"/>
                    <a:pt x="70" y="26"/>
                    <a:pt x="63" y="24"/>
                  </a:cubicBezTo>
                  <a:cubicBezTo>
                    <a:pt x="63" y="31"/>
                    <a:pt x="63" y="31"/>
                    <a:pt x="63" y="31"/>
                  </a:cubicBezTo>
                  <a:cubicBezTo>
                    <a:pt x="65" y="32"/>
                    <a:pt x="66" y="34"/>
                    <a:pt x="66" y="36"/>
                  </a:cubicBezTo>
                  <a:close/>
                  <a:moveTo>
                    <a:pt x="63" y="0"/>
                  </a:moveTo>
                  <a:cubicBezTo>
                    <a:pt x="105" y="58"/>
                    <a:pt x="105" y="58"/>
                    <a:pt x="105" y="58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7" y="40"/>
                    <a:pt x="7" y="40"/>
                    <a:pt x="7" y="40"/>
                  </a:cubicBezTo>
                  <a:lnTo>
                    <a:pt x="6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63">
              <a:extLst>
                <a:ext uri="{FF2B5EF4-FFF2-40B4-BE49-F238E27FC236}">
                  <a16:creationId xmlns:a16="http://schemas.microsoft.com/office/drawing/2014/main" id="{4B4706D0-10E7-4533-926C-7412DC3B3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3" y="914400"/>
              <a:ext cx="15875" cy="38100"/>
            </a:xfrm>
            <a:custGeom>
              <a:avLst/>
              <a:gdLst>
                <a:gd name="T0" fmla="*/ 5 w 5"/>
                <a:gd name="T1" fmla="*/ 0 h 12"/>
                <a:gd name="T2" fmla="*/ 5 w 5"/>
                <a:gd name="T3" fmla="*/ 12 h 12"/>
                <a:gd name="T4" fmla="*/ 0 w 5"/>
                <a:gd name="T5" fmla="*/ 6 h 12"/>
                <a:gd name="T6" fmla="*/ 5 w 5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2">
                  <a:moveTo>
                    <a:pt x="5" y="0"/>
                  </a:move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57711A43-3E46-4963-A5C1-3AACD963AFAB}"/>
              </a:ext>
            </a:extLst>
          </p:cNvPr>
          <p:cNvGrpSpPr/>
          <p:nvPr/>
        </p:nvGrpSpPr>
        <p:grpSpPr>
          <a:xfrm>
            <a:off x="1611825" y="2809957"/>
            <a:ext cx="1443420" cy="1197459"/>
            <a:chOff x="10104438" y="1935163"/>
            <a:chExt cx="876300" cy="663575"/>
          </a:xfrm>
          <a:solidFill>
            <a:srgbClr val="385723"/>
          </a:solidFill>
        </p:grpSpPr>
        <p:sp>
          <p:nvSpPr>
            <p:cNvPr id="139" name="Freeform 70">
              <a:extLst>
                <a:ext uri="{FF2B5EF4-FFF2-40B4-BE49-F238E27FC236}">
                  <a16:creationId xmlns:a16="http://schemas.microsoft.com/office/drawing/2014/main" id="{34A7ED7F-D34E-460B-9373-C6660767FB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04438" y="2536825"/>
              <a:ext cx="876300" cy="61913"/>
            </a:xfrm>
            <a:custGeom>
              <a:avLst/>
              <a:gdLst>
                <a:gd name="T0" fmla="*/ 281 w 281"/>
                <a:gd name="T1" fmla="*/ 0 h 20"/>
                <a:gd name="T2" fmla="*/ 281 w 281"/>
                <a:gd name="T3" fmla="*/ 10 h 20"/>
                <a:gd name="T4" fmla="*/ 266 w 281"/>
                <a:gd name="T5" fmla="*/ 20 h 20"/>
                <a:gd name="T6" fmla="*/ 184 w 281"/>
                <a:gd name="T7" fmla="*/ 20 h 20"/>
                <a:gd name="T8" fmla="*/ 97 w 281"/>
                <a:gd name="T9" fmla="*/ 20 h 20"/>
                <a:gd name="T10" fmla="*/ 15 w 281"/>
                <a:gd name="T11" fmla="*/ 20 h 20"/>
                <a:gd name="T12" fmla="*/ 0 w 281"/>
                <a:gd name="T13" fmla="*/ 10 h 20"/>
                <a:gd name="T14" fmla="*/ 0 w 281"/>
                <a:gd name="T15" fmla="*/ 0 h 20"/>
                <a:gd name="T16" fmla="*/ 140 w 281"/>
                <a:gd name="T17" fmla="*/ 0 h 20"/>
                <a:gd name="T18" fmla="*/ 281 w 281"/>
                <a:gd name="T19" fmla="*/ 0 h 20"/>
                <a:gd name="T20" fmla="*/ 161 w 281"/>
                <a:gd name="T21" fmla="*/ 12 h 20"/>
                <a:gd name="T22" fmla="*/ 161 w 281"/>
                <a:gd name="T23" fmla="*/ 6 h 20"/>
                <a:gd name="T24" fmla="*/ 158 w 281"/>
                <a:gd name="T25" fmla="*/ 3 h 20"/>
                <a:gd name="T26" fmla="*/ 123 w 281"/>
                <a:gd name="T27" fmla="*/ 3 h 20"/>
                <a:gd name="T28" fmla="*/ 120 w 281"/>
                <a:gd name="T29" fmla="*/ 6 h 20"/>
                <a:gd name="T30" fmla="*/ 120 w 281"/>
                <a:gd name="T31" fmla="*/ 12 h 20"/>
                <a:gd name="T32" fmla="*/ 123 w 281"/>
                <a:gd name="T33" fmla="*/ 14 h 20"/>
                <a:gd name="T34" fmla="*/ 158 w 281"/>
                <a:gd name="T35" fmla="*/ 14 h 20"/>
                <a:gd name="T36" fmla="*/ 161 w 281"/>
                <a:gd name="T37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1" h="20">
                  <a:moveTo>
                    <a:pt x="281" y="0"/>
                  </a:moveTo>
                  <a:cubicBezTo>
                    <a:pt x="281" y="10"/>
                    <a:pt x="281" y="10"/>
                    <a:pt x="281" y="10"/>
                  </a:cubicBezTo>
                  <a:cubicBezTo>
                    <a:pt x="281" y="10"/>
                    <a:pt x="280" y="20"/>
                    <a:pt x="266" y="20"/>
                  </a:cubicBezTo>
                  <a:cubicBezTo>
                    <a:pt x="252" y="20"/>
                    <a:pt x="184" y="20"/>
                    <a:pt x="184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29" y="20"/>
                    <a:pt x="15" y="20"/>
                  </a:cubicBezTo>
                  <a:cubicBezTo>
                    <a:pt x="1" y="20"/>
                    <a:pt x="0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0" y="0"/>
                    <a:pt x="140" y="0"/>
                    <a:pt x="140" y="0"/>
                  </a:cubicBezTo>
                  <a:lnTo>
                    <a:pt x="281" y="0"/>
                  </a:lnTo>
                  <a:close/>
                  <a:moveTo>
                    <a:pt x="161" y="12"/>
                  </a:moveTo>
                  <a:cubicBezTo>
                    <a:pt x="161" y="6"/>
                    <a:pt x="161" y="6"/>
                    <a:pt x="161" y="6"/>
                  </a:cubicBezTo>
                  <a:cubicBezTo>
                    <a:pt x="161" y="5"/>
                    <a:pt x="160" y="3"/>
                    <a:pt x="158" y="3"/>
                  </a:cubicBezTo>
                  <a:cubicBezTo>
                    <a:pt x="123" y="3"/>
                    <a:pt x="123" y="3"/>
                    <a:pt x="123" y="3"/>
                  </a:cubicBezTo>
                  <a:cubicBezTo>
                    <a:pt x="121" y="3"/>
                    <a:pt x="120" y="5"/>
                    <a:pt x="120" y="6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0" y="13"/>
                    <a:pt x="121" y="14"/>
                    <a:pt x="123" y="14"/>
                  </a:cubicBezTo>
                  <a:cubicBezTo>
                    <a:pt x="158" y="14"/>
                    <a:pt x="158" y="14"/>
                    <a:pt x="158" y="14"/>
                  </a:cubicBezTo>
                  <a:cubicBezTo>
                    <a:pt x="160" y="14"/>
                    <a:pt x="161" y="13"/>
                    <a:pt x="16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Freeform 71">
              <a:extLst>
                <a:ext uri="{FF2B5EF4-FFF2-40B4-BE49-F238E27FC236}">
                  <a16:creationId xmlns:a16="http://schemas.microsoft.com/office/drawing/2014/main" id="{919DCC08-49E9-46F9-8540-72DDAC0AB5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23488" y="1935163"/>
              <a:ext cx="838200" cy="585788"/>
            </a:xfrm>
            <a:custGeom>
              <a:avLst/>
              <a:gdLst>
                <a:gd name="T0" fmla="*/ 269 w 269"/>
                <a:gd name="T1" fmla="*/ 8 h 188"/>
                <a:gd name="T2" fmla="*/ 269 w 269"/>
                <a:gd name="T3" fmla="*/ 180 h 188"/>
                <a:gd name="T4" fmla="*/ 261 w 269"/>
                <a:gd name="T5" fmla="*/ 188 h 188"/>
                <a:gd name="T6" fmla="*/ 8 w 269"/>
                <a:gd name="T7" fmla="*/ 188 h 188"/>
                <a:gd name="T8" fmla="*/ 0 w 269"/>
                <a:gd name="T9" fmla="*/ 180 h 188"/>
                <a:gd name="T10" fmla="*/ 0 w 269"/>
                <a:gd name="T11" fmla="*/ 8 h 188"/>
                <a:gd name="T12" fmla="*/ 8 w 269"/>
                <a:gd name="T13" fmla="*/ 0 h 188"/>
                <a:gd name="T14" fmla="*/ 261 w 269"/>
                <a:gd name="T15" fmla="*/ 0 h 188"/>
                <a:gd name="T16" fmla="*/ 269 w 269"/>
                <a:gd name="T17" fmla="*/ 8 h 188"/>
                <a:gd name="T18" fmla="*/ 260 w 269"/>
                <a:gd name="T19" fmla="*/ 162 h 188"/>
                <a:gd name="T20" fmla="*/ 260 w 269"/>
                <a:gd name="T21" fmla="*/ 9 h 188"/>
                <a:gd name="T22" fmla="*/ 9 w 269"/>
                <a:gd name="T23" fmla="*/ 9 h 188"/>
                <a:gd name="T24" fmla="*/ 9 w 269"/>
                <a:gd name="T25" fmla="*/ 162 h 188"/>
                <a:gd name="T26" fmla="*/ 260 w 269"/>
                <a:gd name="T27" fmla="*/ 162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9" h="188">
                  <a:moveTo>
                    <a:pt x="269" y="8"/>
                  </a:moveTo>
                  <a:cubicBezTo>
                    <a:pt x="269" y="180"/>
                    <a:pt x="269" y="180"/>
                    <a:pt x="269" y="180"/>
                  </a:cubicBezTo>
                  <a:cubicBezTo>
                    <a:pt x="269" y="185"/>
                    <a:pt x="265" y="188"/>
                    <a:pt x="261" y="188"/>
                  </a:cubicBezTo>
                  <a:cubicBezTo>
                    <a:pt x="8" y="188"/>
                    <a:pt x="8" y="188"/>
                    <a:pt x="8" y="188"/>
                  </a:cubicBezTo>
                  <a:cubicBezTo>
                    <a:pt x="4" y="188"/>
                    <a:pt x="0" y="185"/>
                    <a:pt x="0" y="18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265" y="0"/>
                    <a:pt x="269" y="4"/>
                    <a:pt x="269" y="8"/>
                  </a:cubicBezTo>
                  <a:close/>
                  <a:moveTo>
                    <a:pt x="260" y="162"/>
                  </a:moveTo>
                  <a:cubicBezTo>
                    <a:pt x="260" y="9"/>
                    <a:pt x="260" y="9"/>
                    <a:pt x="260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62"/>
                    <a:pt x="9" y="162"/>
                    <a:pt x="9" y="162"/>
                  </a:cubicBezTo>
                  <a:lnTo>
                    <a:pt x="260" y="1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72">
              <a:extLst>
                <a:ext uri="{FF2B5EF4-FFF2-40B4-BE49-F238E27FC236}">
                  <a16:creationId xmlns:a16="http://schemas.microsoft.com/office/drawing/2014/main" id="{3F27114B-ABE3-4011-BB0C-539D5F4F8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3988" y="2159000"/>
              <a:ext cx="466725" cy="60325"/>
            </a:xfrm>
            <a:custGeom>
              <a:avLst/>
              <a:gdLst>
                <a:gd name="T0" fmla="*/ 294 w 294"/>
                <a:gd name="T1" fmla="*/ 38 h 38"/>
                <a:gd name="T2" fmla="*/ 147 w 294"/>
                <a:gd name="T3" fmla="*/ 38 h 38"/>
                <a:gd name="T4" fmla="*/ 0 w 294"/>
                <a:gd name="T5" fmla="*/ 38 h 38"/>
                <a:gd name="T6" fmla="*/ 49 w 294"/>
                <a:gd name="T7" fmla="*/ 0 h 38"/>
                <a:gd name="T8" fmla="*/ 86 w 294"/>
                <a:gd name="T9" fmla="*/ 0 h 38"/>
                <a:gd name="T10" fmla="*/ 210 w 294"/>
                <a:gd name="T11" fmla="*/ 0 h 38"/>
                <a:gd name="T12" fmla="*/ 247 w 294"/>
                <a:gd name="T13" fmla="*/ 0 h 38"/>
                <a:gd name="T14" fmla="*/ 294 w 294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4" h="38">
                  <a:moveTo>
                    <a:pt x="294" y="38"/>
                  </a:moveTo>
                  <a:lnTo>
                    <a:pt x="147" y="38"/>
                  </a:lnTo>
                  <a:lnTo>
                    <a:pt x="0" y="38"/>
                  </a:lnTo>
                  <a:lnTo>
                    <a:pt x="49" y="0"/>
                  </a:lnTo>
                  <a:lnTo>
                    <a:pt x="86" y="0"/>
                  </a:lnTo>
                  <a:lnTo>
                    <a:pt x="210" y="0"/>
                  </a:lnTo>
                  <a:lnTo>
                    <a:pt x="247" y="0"/>
                  </a:lnTo>
                  <a:lnTo>
                    <a:pt x="294" y="38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Freeform 73">
              <a:extLst>
                <a:ext uri="{FF2B5EF4-FFF2-40B4-BE49-F238E27FC236}">
                  <a16:creationId xmlns:a16="http://schemas.microsoft.com/office/drawing/2014/main" id="{9BBF522D-DA97-499A-AD44-3D25F517B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2925" y="2239963"/>
              <a:ext cx="77788" cy="134938"/>
            </a:xfrm>
            <a:custGeom>
              <a:avLst/>
              <a:gdLst>
                <a:gd name="T0" fmla="*/ 25 w 25"/>
                <a:gd name="T1" fmla="*/ 0 h 43"/>
                <a:gd name="T2" fmla="*/ 25 w 25"/>
                <a:gd name="T3" fmla="*/ 30 h 43"/>
                <a:gd name="T4" fmla="*/ 13 w 25"/>
                <a:gd name="T5" fmla="*/ 43 h 43"/>
                <a:gd name="T6" fmla="*/ 0 w 25"/>
                <a:gd name="T7" fmla="*/ 30 h 43"/>
                <a:gd name="T8" fmla="*/ 0 w 25"/>
                <a:gd name="T9" fmla="*/ 0 h 43"/>
                <a:gd name="T10" fmla="*/ 25 w 25"/>
                <a:gd name="T1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3">
                  <a:moveTo>
                    <a:pt x="25" y="0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5" y="37"/>
                    <a:pt x="20" y="43"/>
                    <a:pt x="13" y="43"/>
                  </a:cubicBezTo>
                  <a:cubicBezTo>
                    <a:pt x="6" y="43"/>
                    <a:pt x="0" y="37"/>
                    <a:pt x="0" y="3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Freeform 74">
              <a:extLst>
                <a:ext uri="{FF2B5EF4-FFF2-40B4-BE49-F238E27FC236}">
                  <a16:creationId xmlns:a16="http://schemas.microsoft.com/office/drawing/2014/main" id="{4FCB856F-3A8D-411A-907B-4A2041806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7050" y="2025650"/>
              <a:ext cx="65088" cy="93663"/>
            </a:xfrm>
            <a:custGeom>
              <a:avLst/>
              <a:gdLst>
                <a:gd name="T0" fmla="*/ 21 w 21"/>
                <a:gd name="T1" fmla="*/ 27 h 30"/>
                <a:gd name="T2" fmla="*/ 21 w 21"/>
                <a:gd name="T3" fmla="*/ 27 h 30"/>
                <a:gd name="T4" fmla="*/ 19 w 21"/>
                <a:gd name="T5" fmla="*/ 30 h 30"/>
                <a:gd name="T6" fmla="*/ 2 w 21"/>
                <a:gd name="T7" fmla="*/ 30 h 30"/>
                <a:gd name="T8" fmla="*/ 0 w 21"/>
                <a:gd name="T9" fmla="*/ 27 h 30"/>
                <a:gd name="T10" fmla="*/ 0 w 21"/>
                <a:gd name="T11" fmla="*/ 27 h 30"/>
                <a:gd name="T12" fmla="*/ 0 w 21"/>
                <a:gd name="T13" fmla="*/ 27 h 30"/>
                <a:gd name="T14" fmla="*/ 0 w 21"/>
                <a:gd name="T15" fmla="*/ 15 h 30"/>
                <a:gd name="T16" fmla="*/ 0 w 21"/>
                <a:gd name="T17" fmla="*/ 14 h 30"/>
                <a:gd name="T18" fmla="*/ 0 w 21"/>
                <a:gd name="T19" fmla="*/ 3 h 30"/>
                <a:gd name="T20" fmla="*/ 0 w 21"/>
                <a:gd name="T21" fmla="*/ 3 h 30"/>
                <a:gd name="T22" fmla="*/ 0 w 21"/>
                <a:gd name="T23" fmla="*/ 2 h 30"/>
                <a:gd name="T24" fmla="*/ 2 w 21"/>
                <a:gd name="T25" fmla="*/ 0 h 30"/>
                <a:gd name="T26" fmla="*/ 19 w 21"/>
                <a:gd name="T27" fmla="*/ 0 h 30"/>
                <a:gd name="T28" fmla="*/ 21 w 21"/>
                <a:gd name="T29" fmla="*/ 2 h 30"/>
                <a:gd name="T30" fmla="*/ 21 w 21"/>
                <a:gd name="T31" fmla="*/ 3 h 30"/>
                <a:gd name="T32" fmla="*/ 19 w 21"/>
                <a:gd name="T33" fmla="*/ 5 h 30"/>
                <a:gd name="T34" fmla="*/ 6 w 21"/>
                <a:gd name="T35" fmla="*/ 5 h 30"/>
                <a:gd name="T36" fmla="*/ 6 w 21"/>
                <a:gd name="T37" fmla="*/ 12 h 30"/>
                <a:gd name="T38" fmla="*/ 19 w 21"/>
                <a:gd name="T39" fmla="*/ 12 h 30"/>
                <a:gd name="T40" fmla="*/ 21 w 21"/>
                <a:gd name="T41" fmla="*/ 14 h 30"/>
                <a:gd name="T42" fmla="*/ 21 w 21"/>
                <a:gd name="T43" fmla="*/ 15 h 30"/>
                <a:gd name="T44" fmla="*/ 19 w 21"/>
                <a:gd name="T45" fmla="*/ 18 h 30"/>
                <a:gd name="T46" fmla="*/ 6 w 21"/>
                <a:gd name="T47" fmla="*/ 18 h 30"/>
                <a:gd name="T48" fmla="*/ 6 w 21"/>
                <a:gd name="T49" fmla="*/ 24 h 30"/>
                <a:gd name="T50" fmla="*/ 19 w 21"/>
                <a:gd name="T51" fmla="*/ 24 h 30"/>
                <a:gd name="T52" fmla="*/ 21 w 21"/>
                <a:gd name="T53" fmla="*/ 2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30">
                  <a:moveTo>
                    <a:pt x="21" y="27"/>
                  </a:moveTo>
                  <a:cubicBezTo>
                    <a:pt x="21" y="27"/>
                    <a:pt x="21" y="27"/>
                    <a:pt x="21" y="27"/>
                  </a:cubicBezTo>
                  <a:cubicBezTo>
                    <a:pt x="21" y="29"/>
                    <a:pt x="20" y="30"/>
                    <a:pt x="19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0"/>
                    <a:pt x="21" y="1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4"/>
                    <a:pt x="20" y="5"/>
                    <a:pt x="19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20" y="12"/>
                    <a:pt x="21" y="13"/>
                    <a:pt x="21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7"/>
                    <a:pt x="20" y="18"/>
                    <a:pt x="19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20" y="24"/>
                    <a:pt x="21" y="25"/>
                    <a:pt x="21" y="27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44" name="Freeform 75">
              <a:extLst>
                <a:ext uri="{FF2B5EF4-FFF2-40B4-BE49-F238E27FC236}">
                  <a16:creationId xmlns:a16="http://schemas.microsoft.com/office/drawing/2014/main" id="{001B28C7-64BC-4D15-8538-D718B2BFC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6088" y="2239963"/>
              <a:ext cx="77788" cy="134938"/>
            </a:xfrm>
            <a:custGeom>
              <a:avLst/>
              <a:gdLst>
                <a:gd name="T0" fmla="*/ 25 w 25"/>
                <a:gd name="T1" fmla="*/ 0 h 43"/>
                <a:gd name="T2" fmla="*/ 25 w 25"/>
                <a:gd name="T3" fmla="*/ 30 h 43"/>
                <a:gd name="T4" fmla="*/ 12 w 25"/>
                <a:gd name="T5" fmla="*/ 43 h 43"/>
                <a:gd name="T6" fmla="*/ 0 w 25"/>
                <a:gd name="T7" fmla="*/ 30 h 43"/>
                <a:gd name="T8" fmla="*/ 0 w 25"/>
                <a:gd name="T9" fmla="*/ 0 h 43"/>
                <a:gd name="T10" fmla="*/ 25 w 25"/>
                <a:gd name="T1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3">
                  <a:moveTo>
                    <a:pt x="25" y="0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5" y="37"/>
                    <a:pt x="19" y="43"/>
                    <a:pt x="12" y="43"/>
                  </a:cubicBezTo>
                  <a:cubicBezTo>
                    <a:pt x="6" y="43"/>
                    <a:pt x="0" y="37"/>
                    <a:pt x="0" y="3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76">
              <a:extLst>
                <a:ext uri="{FF2B5EF4-FFF2-40B4-BE49-F238E27FC236}">
                  <a16:creationId xmlns:a16="http://schemas.microsoft.com/office/drawing/2014/main" id="{D8A11A32-7E01-4235-B536-B7AB720C2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6088" y="2025650"/>
              <a:ext cx="74613" cy="93663"/>
            </a:xfrm>
            <a:custGeom>
              <a:avLst/>
              <a:gdLst>
                <a:gd name="T0" fmla="*/ 24 w 24"/>
                <a:gd name="T1" fmla="*/ 3 h 30"/>
                <a:gd name="T2" fmla="*/ 24 w 24"/>
                <a:gd name="T3" fmla="*/ 27 h 30"/>
                <a:gd name="T4" fmla="*/ 21 w 24"/>
                <a:gd name="T5" fmla="*/ 30 h 30"/>
                <a:gd name="T6" fmla="*/ 18 w 24"/>
                <a:gd name="T7" fmla="*/ 29 h 30"/>
                <a:gd name="T8" fmla="*/ 18 w 24"/>
                <a:gd name="T9" fmla="*/ 28 h 30"/>
                <a:gd name="T10" fmla="*/ 6 w 24"/>
                <a:gd name="T11" fmla="*/ 11 h 30"/>
                <a:gd name="T12" fmla="*/ 6 w 24"/>
                <a:gd name="T13" fmla="*/ 27 h 30"/>
                <a:gd name="T14" fmla="*/ 3 w 24"/>
                <a:gd name="T15" fmla="*/ 30 h 30"/>
                <a:gd name="T16" fmla="*/ 0 w 24"/>
                <a:gd name="T17" fmla="*/ 27 h 30"/>
                <a:gd name="T18" fmla="*/ 0 w 24"/>
                <a:gd name="T19" fmla="*/ 3 h 30"/>
                <a:gd name="T20" fmla="*/ 3 w 24"/>
                <a:gd name="T21" fmla="*/ 0 h 30"/>
                <a:gd name="T22" fmla="*/ 5 w 24"/>
                <a:gd name="T23" fmla="*/ 0 h 30"/>
                <a:gd name="T24" fmla="*/ 6 w 24"/>
                <a:gd name="T25" fmla="*/ 1 h 30"/>
                <a:gd name="T26" fmla="*/ 18 w 24"/>
                <a:gd name="T27" fmla="*/ 18 h 30"/>
                <a:gd name="T28" fmla="*/ 18 w 24"/>
                <a:gd name="T29" fmla="*/ 3 h 30"/>
                <a:gd name="T30" fmla="*/ 21 w 24"/>
                <a:gd name="T31" fmla="*/ 0 h 30"/>
                <a:gd name="T32" fmla="*/ 24 w 24"/>
                <a:gd name="T33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30">
                  <a:moveTo>
                    <a:pt x="24" y="3"/>
                  </a:moveTo>
                  <a:cubicBezTo>
                    <a:pt x="24" y="27"/>
                    <a:pt x="24" y="27"/>
                    <a:pt x="24" y="27"/>
                  </a:cubicBezTo>
                  <a:cubicBezTo>
                    <a:pt x="24" y="29"/>
                    <a:pt x="22" y="30"/>
                    <a:pt x="21" y="30"/>
                  </a:cubicBezTo>
                  <a:cubicBezTo>
                    <a:pt x="20" y="30"/>
                    <a:pt x="19" y="30"/>
                    <a:pt x="18" y="29"/>
                  </a:cubicBezTo>
                  <a:cubicBezTo>
                    <a:pt x="18" y="29"/>
                    <a:pt x="18" y="29"/>
                    <a:pt x="18" y="28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9"/>
                    <a:pt x="5" y="30"/>
                    <a:pt x="3" y="30"/>
                  </a:cubicBezTo>
                  <a:cubicBezTo>
                    <a:pt x="1" y="30"/>
                    <a:pt x="0" y="29"/>
                    <a:pt x="0" y="2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5" y="1"/>
                    <a:pt x="6" y="1"/>
                    <a:pt x="6" y="1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1"/>
                    <a:pt x="19" y="0"/>
                    <a:pt x="21" y="0"/>
                  </a:cubicBezTo>
                  <a:cubicBezTo>
                    <a:pt x="22" y="0"/>
                    <a:pt x="24" y="1"/>
                    <a:pt x="24" y="3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Freeform 77">
              <a:extLst>
                <a:ext uri="{FF2B5EF4-FFF2-40B4-BE49-F238E27FC236}">
                  <a16:creationId xmlns:a16="http://schemas.microsoft.com/office/drawing/2014/main" id="{98E25E22-3283-43F3-B98C-7E6779354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7513" y="2022475"/>
              <a:ext cx="19050" cy="96838"/>
            </a:xfrm>
            <a:custGeom>
              <a:avLst/>
              <a:gdLst>
                <a:gd name="T0" fmla="*/ 6 w 6"/>
                <a:gd name="T1" fmla="*/ 3 h 31"/>
                <a:gd name="T2" fmla="*/ 6 w 6"/>
                <a:gd name="T3" fmla="*/ 28 h 31"/>
                <a:gd name="T4" fmla="*/ 3 w 6"/>
                <a:gd name="T5" fmla="*/ 31 h 31"/>
                <a:gd name="T6" fmla="*/ 1 w 6"/>
                <a:gd name="T7" fmla="*/ 30 h 31"/>
                <a:gd name="T8" fmla="*/ 0 w 6"/>
                <a:gd name="T9" fmla="*/ 28 h 31"/>
                <a:gd name="T10" fmla="*/ 0 w 6"/>
                <a:gd name="T11" fmla="*/ 3 h 31"/>
                <a:gd name="T12" fmla="*/ 3 w 6"/>
                <a:gd name="T13" fmla="*/ 0 h 31"/>
                <a:gd name="T14" fmla="*/ 5 w 6"/>
                <a:gd name="T15" fmla="*/ 1 h 31"/>
                <a:gd name="T16" fmla="*/ 6 w 6"/>
                <a:gd name="T17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31">
                  <a:moveTo>
                    <a:pt x="6" y="3"/>
                  </a:move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5" y="31"/>
                    <a:pt x="3" y="31"/>
                  </a:cubicBezTo>
                  <a:cubicBezTo>
                    <a:pt x="2" y="31"/>
                    <a:pt x="1" y="31"/>
                    <a:pt x="1" y="30"/>
                  </a:cubicBezTo>
                  <a:cubicBezTo>
                    <a:pt x="0" y="29"/>
                    <a:pt x="0" y="29"/>
                    <a:pt x="0" y="2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4" y="0"/>
                    <a:pt x="5" y="1"/>
                    <a:pt x="5" y="1"/>
                  </a:cubicBezTo>
                  <a:cubicBezTo>
                    <a:pt x="6" y="2"/>
                    <a:pt x="6" y="2"/>
                    <a:pt x="6" y="3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78">
              <a:extLst>
                <a:ext uri="{FF2B5EF4-FFF2-40B4-BE49-F238E27FC236}">
                  <a16:creationId xmlns:a16="http://schemas.microsoft.com/office/drawing/2014/main" id="{61ABC07A-51E6-4BE1-96EE-418F9314E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9250" y="2239963"/>
              <a:ext cx="77788" cy="134938"/>
            </a:xfrm>
            <a:custGeom>
              <a:avLst/>
              <a:gdLst>
                <a:gd name="T0" fmla="*/ 25 w 25"/>
                <a:gd name="T1" fmla="*/ 0 h 43"/>
                <a:gd name="T2" fmla="*/ 25 w 25"/>
                <a:gd name="T3" fmla="*/ 30 h 43"/>
                <a:gd name="T4" fmla="*/ 12 w 25"/>
                <a:gd name="T5" fmla="*/ 43 h 43"/>
                <a:gd name="T6" fmla="*/ 0 w 25"/>
                <a:gd name="T7" fmla="*/ 30 h 43"/>
                <a:gd name="T8" fmla="*/ 0 w 25"/>
                <a:gd name="T9" fmla="*/ 0 h 43"/>
                <a:gd name="T10" fmla="*/ 25 w 25"/>
                <a:gd name="T1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3">
                  <a:moveTo>
                    <a:pt x="25" y="0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5" y="37"/>
                    <a:pt x="19" y="43"/>
                    <a:pt x="12" y="43"/>
                  </a:cubicBezTo>
                  <a:cubicBezTo>
                    <a:pt x="5" y="43"/>
                    <a:pt x="0" y="37"/>
                    <a:pt x="0" y="3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Freeform 79">
              <a:extLst>
                <a:ext uri="{FF2B5EF4-FFF2-40B4-BE49-F238E27FC236}">
                  <a16:creationId xmlns:a16="http://schemas.microsoft.com/office/drawing/2014/main" id="{AD2A2303-C47A-4C93-A4A8-943EDEB08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5600" y="2025650"/>
              <a:ext cx="53975" cy="93663"/>
            </a:xfrm>
            <a:custGeom>
              <a:avLst/>
              <a:gdLst>
                <a:gd name="T0" fmla="*/ 17 w 17"/>
                <a:gd name="T1" fmla="*/ 27 h 30"/>
                <a:gd name="T2" fmla="*/ 17 w 17"/>
                <a:gd name="T3" fmla="*/ 28 h 30"/>
                <a:gd name="T4" fmla="*/ 15 w 17"/>
                <a:gd name="T5" fmla="*/ 30 h 30"/>
                <a:gd name="T6" fmla="*/ 3 w 17"/>
                <a:gd name="T7" fmla="*/ 30 h 30"/>
                <a:gd name="T8" fmla="*/ 2 w 17"/>
                <a:gd name="T9" fmla="*/ 30 h 30"/>
                <a:gd name="T10" fmla="*/ 2 w 17"/>
                <a:gd name="T11" fmla="*/ 30 h 30"/>
                <a:gd name="T12" fmla="*/ 0 w 17"/>
                <a:gd name="T13" fmla="*/ 28 h 30"/>
                <a:gd name="T14" fmla="*/ 0 w 17"/>
                <a:gd name="T15" fmla="*/ 27 h 30"/>
                <a:gd name="T16" fmla="*/ 0 w 17"/>
                <a:gd name="T17" fmla="*/ 27 h 30"/>
                <a:gd name="T18" fmla="*/ 0 w 17"/>
                <a:gd name="T19" fmla="*/ 3 h 30"/>
                <a:gd name="T20" fmla="*/ 2 w 17"/>
                <a:gd name="T21" fmla="*/ 0 h 30"/>
                <a:gd name="T22" fmla="*/ 5 w 17"/>
                <a:gd name="T23" fmla="*/ 3 h 30"/>
                <a:gd name="T24" fmla="*/ 5 w 17"/>
                <a:gd name="T25" fmla="*/ 24 h 30"/>
                <a:gd name="T26" fmla="*/ 15 w 17"/>
                <a:gd name="T27" fmla="*/ 24 h 30"/>
                <a:gd name="T28" fmla="*/ 17 w 17"/>
                <a:gd name="T29" fmla="*/ 2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30">
                  <a:moveTo>
                    <a:pt x="17" y="27"/>
                  </a:moveTo>
                  <a:cubicBezTo>
                    <a:pt x="17" y="28"/>
                    <a:pt x="17" y="28"/>
                    <a:pt x="17" y="28"/>
                  </a:cubicBezTo>
                  <a:cubicBezTo>
                    <a:pt x="17" y="29"/>
                    <a:pt x="16" y="30"/>
                    <a:pt x="15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2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6" y="24"/>
                    <a:pt x="17" y="26"/>
                    <a:pt x="17" y="27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80">
              <a:extLst>
                <a:ext uri="{FF2B5EF4-FFF2-40B4-BE49-F238E27FC236}">
                  <a16:creationId xmlns:a16="http://schemas.microsoft.com/office/drawing/2014/main" id="{693712A4-7C37-4262-9B4D-782D004F0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1463" y="2025650"/>
              <a:ext cx="71438" cy="93663"/>
            </a:xfrm>
            <a:custGeom>
              <a:avLst/>
              <a:gdLst>
                <a:gd name="T0" fmla="*/ 23 w 23"/>
                <a:gd name="T1" fmla="*/ 3 h 30"/>
                <a:gd name="T2" fmla="*/ 23 w 23"/>
                <a:gd name="T3" fmla="*/ 28 h 30"/>
                <a:gd name="T4" fmla="*/ 20 w 23"/>
                <a:gd name="T5" fmla="*/ 30 h 30"/>
                <a:gd name="T6" fmla="*/ 18 w 23"/>
                <a:gd name="T7" fmla="*/ 29 h 30"/>
                <a:gd name="T8" fmla="*/ 18 w 23"/>
                <a:gd name="T9" fmla="*/ 29 h 30"/>
                <a:gd name="T10" fmla="*/ 5 w 23"/>
                <a:gd name="T11" fmla="*/ 12 h 30"/>
                <a:gd name="T12" fmla="*/ 5 w 23"/>
                <a:gd name="T13" fmla="*/ 28 h 30"/>
                <a:gd name="T14" fmla="*/ 3 w 23"/>
                <a:gd name="T15" fmla="*/ 30 h 30"/>
                <a:gd name="T16" fmla="*/ 0 w 23"/>
                <a:gd name="T17" fmla="*/ 28 h 30"/>
                <a:gd name="T18" fmla="*/ 0 w 23"/>
                <a:gd name="T19" fmla="*/ 3 h 30"/>
                <a:gd name="T20" fmla="*/ 3 w 23"/>
                <a:gd name="T21" fmla="*/ 0 h 30"/>
                <a:gd name="T22" fmla="*/ 5 w 23"/>
                <a:gd name="T23" fmla="*/ 1 h 30"/>
                <a:gd name="T24" fmla="*/ 6 w 23"/>
                <a:gd name="T25" fmla="*/ 2 h 30"/>
                <a:gd name="T26" fmla="*/ 17 w 23"/>
                <a:gd name="T27" fmla="*/ 18 h 30"/>
                <a:gd name="T28" fmla="*/ 17 w 23"/>
                <a:gd name="T29" fmla="*/ 3 h 30"/>
                <a:gd name="T30" fmla="*/ 20 w 23"/>
                <a:gd name="T31" fmla="*/ 0 h 30"/>
                <a:gd name="T32" fmla="*/ 23 w 23"/>
                <a:gd name="T33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0">
                  <a:moveTo>
                    <a:pt x="23" y="3"/>
                  </a:moveTo>
                  <a:cubicBezTo>
                    <a:pt x="23" y="28"/>
                    <a:pt x="23" y="28"/>
                    <a:pt x="23" y="28"/>
                  </a:cubicBezTo>
                  <a:cubicBezTo>
                    <a:pt x="23" y="29"/>
                    <a:pt x="22" y="30"/>
                    <a:pt x="20" y="30"/>
                  </a:cubicBezTo>
                  <a:cubicBezTo>
                    <a:pt x="19" y="30"/>
                    <a:pt x="18" y="30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9"/>
                    <a:pt x="4" y="30"/>
                    <a:pt x="3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5" y="1"/>
                    <a:pt x="5" y="1"/>
                    <a:pt x="6" y="2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1"/>
                    <a:pt x="19" y="0"/>
                    <a:pt x="20" y="0"/>
                  </a:cubicBezTo>
                  <a:cubicBezTo>
                    <a:pt x="22" y="0"/>
                    <a:pt x="23" y="1"/>
                    <a:pt x="23" y="3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Freeform 81">
              <a:extLst>
                <a:ext uri="{FF2B5EF4-FFF2-40B4-BE49-F238E27FC236}">
                  <a16:creationId xmlns:a16="http://schemas.microsoft.com/office/drawing/2014/main" id="{4C74BE76-6FA1-4F67-AF61-1FB2A7D91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9238" y="2239963"/>
              <a:ext cx="79375" cy="134938"/>
            </a:xfrm>
            <a:custGeom>
              <a:avLst/>
              <a:gdLst>
                <a:gd name="T0" fmla="*/ 25 w 25"/>
                <a:gd name="T1" fmla="*/ 0 h 43"/>
                <a:gd name="T2" fmla="*/ 25 w 25"/>
                <a:gd name="T3" fmla="*/ 30 h 43"/>
                <a:gd name="T4" fmla="*/ 13 w 25"/>
                <a:gd name="T5" fmla="*/ 43 h 43"/>
                <a:gd name="T6" fmla="*/ 0 w 25"/>
                <a:gd name="T7" fmla="*/ 30 h 43"/>
                <a:gd name="T8" fmla="*/ 0 w 25"/>
                <a:gd name="T9" fmla="*/ 0 h 43"/>
                <a:gd name="T10" fmla="*/ 25 w 25"/>
                <a:gd name="T1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3">
                  <a:moveTo>
                    <a:pt x="25" y="0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5" y="37"/>
                    <a:pt x="20" y="43"/>
                    <a:pt x="13" y="43"/>
                  </a:cubicBezTo>
                  <a:cubicBezTo>
                    <a:pt x="6" y="43"/>
                    <a:pt x="0" y="37"/>
                    <a:pt x="0" y="3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82">
              <a:extLst>
                <a:ext uri="{FF2B5EF4-FFF2-40B4-BE49-F238E27FC236}">
                  <a16:creationId xmlns:a16="http://schemas.microsoft.com/office/drawing/2014/main" id="{1EA99416-1D4F-4A60-8AA8-3E4D5C0C1E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34625" y="2025650"/>
              <a:ext cx="87313" cy="96838"/>
            </a:xfrm>
            <a:custGeom>
              <a:avLst/>
              <a:gdLst>
                <a:gd name="T0" fmla="*/ 14 w 28"/>
                <a:gd name="T1" fmla="*/ 0 h 31"/>
                <a:gd name="T2" fmla="*/ 28 w 28"/>
                <a:gd name="T3" fmla="*/ 15 h 31"/>
                <a:gd name="T4" fmla="*/ 14 w 28"/>
                <a:gd name="T5" fmla="*/ 31 h 31"/>
                <a:gd name="T6" fmla="*/ 0 w 28"/>
                <a:gd name="T7" fmla="*/ 15 h 31"/>
                <a:gd name="T8" fmla="*/ 14 w 28"/>
                <a:gd name="T9" fmla="*/ 0 h 31"/>
                <a:gd name="T10" fmla="*/ 22 w 28"/>
                <a:gd name="T11" fmla="*/ 15 h 31"/>
                <a:gd name="T12" fmla="*/ 14 w 28"/>
                <a:gd name="T13" fmla="*/ 7 h 31"/>
                <a:gd name="T14" fmla="*/ 6 w 28"/>
                <a:gd name="T15" fmla="*/ 15 h 31"/>
                <a:gd name="T16" fmla="*/ 14 w 28"/>
                <a:gd name="T17" fmla="*/ 24 h 31"/>
                <a:gd name="T18" fmla="*/ 22 w 28"/>
                <a:gd name="T1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1">
                  <a:moveTo>
                    <a:pt x="14" y="0"/>
                  </a:moveTo>
                  <a:cubicBezTo>
                    <a:pt x="22" y="0"/>
                    <a:pt x="28" y="7"/>
                    <a:pt x="28" y="15"/>
                  </a:cubicBezTo>
                  <a:cubicBezTo>
                    <a:pt x="28" y="24"/>
                    <a:pt x="22" y="31"/>
                    <a:pt x="14" y="31"/>
                  </a:cubicBezTo>
                  <a:cubicBezTo>
                    <a:pt x="6" y="31"/>
                    <a:pt x="0" y="24"/>
                    <a:pt x="0" y="15"/>
                  </a:cubicBezTo>
                  <a:cubicBezTo>
                    <a:pt x="0" y="7"/>
                    <a:pt x="6" y="0"/>
                    <a:pt x="14" y="0"/>
                  </a:cubicBezTo>
                  <a:close/>
                  <a:moveTo>
                    <a:pt x="22" y="15"/>
                  </a:moveTo>
                  <a:cubicBezTo>
                    <a:pt x="22" y="11"/>
                    <a:pt x="18" y="7"/>
                    <a:pt x="14" y="7"/>
                  </a:cubicBezTo>
                  <a:cubicBezTo>
                    <a:pt x="10" y="7"/>
                    <a:pt x="6" y="11"/>
                    <a:pt x="6" y="15"/>
                  </a:cubicBezTo>
                  <a:cubicBezTo>
                    <a:pt x="6" y="20"/>
                    <a:pt x="10" y="24"/>
                    <a:pt x="14" y="24"/>
                  </a:cubicBezTo>
                  <a:cubicBezTo>
                    <a:pt x="18" y="24"/>
                    <a:pt x="22" y="20"/>
                    <a:pt x="22" y="15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Freeform 83">
              <a:extLst>
                <a:ext uri="{FF2B5EF4-FFF2-40B4-BE49-F238E27FC236}">
                  <a16:creationId xmlns:a16="http://schemas.microsoft.com/office/drawing/2014/main" id="{20A9E532-9B9C-43F7-8D49-846E8C359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3988" y="2239963"/>
              <a:ext cx="77788" cy="134938"/>
            </a:xfrm>
            <a:custGeom>
              <a:avLst/>
              <a:gdLst>
                <a:gd name="T0" fmla="*/ 25 w 25"/>
                <a:gd name="T1" fmla="*/ 0 h 43"/>
                <a:gd name="T2" fmla="*/ 25 w 25"/>
                <a:gd name="T3" fmla="*/ 30 h 43"/>
                <a:gd name="T4" fmla="*/ 13 w 25"/>
                <a:gd name="T5" fmla="*/ 43 h 43"/>
                <a:gd name="T6" fmla="*/ 0 w 25"/>
                <a:gd name="T7" fmla="*/ 30 h 43"/>
                <a:gd name="T8" fmla="*/ 0 w 25"/>
                <a:gd name="T9" fmla="*/ 0 h 43"/>
                <a:gd name="T10" fmla="*/ 25 w 25"/>
                <a:gd name="T1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3">
                  <a:moveTo>
                    <a:pt x="25" y="0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5" y="37"/>
                    <a:pt x="19" y="43"/>
                    <a:pt x="13" y="43"/>
                  </a:cubicBezTo>
                  <a:cubicBezTo>
                    <a:pt x="6" y="43"/>
                    <a:pt x="0" y="37"/>
                    <a:pt x="0" y="3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D688D5B3-8ED9-4528-B8CF-207B097AC6FF}"/>
              </a:ext>
            </a:extLst>
          </p:cNvPr>
          <p:cNvGrpSpPr/>
          <p:nvPr/>
        </p:nvGrpSpPr>
        <p:grpSpPr>
          <a:xfrm>
            <a:off x="8609131" y="2681862"/>
            <a:ext cx="1392956" cy="1370407"/>
            <a:chOff x="1690688" y="5305426"/>
            <a:chExt cx="549275" cy="520700"/>
          </a:xfrm>
          <a:solidFill>
            <a:schemeClr val="accent4">
              <a:lumMod val="50000"/>
            </a:schemeClr>
          </a:solidFill>
        </p:grpSpPr>
        <p:sp>
          <p:nvSpPr>
            <p:cNvPr id="158" name="Freeform 167">
              <a:extLst>
                <a:ext uri="{FF2B5EF4-FFF2-40B4-BE49-F238E27FC236}">
                  <a16:creationId xmlns:a16="http://schemas.microsoft.com/office/drawing/2014/main" id="{985B1C1C-497B-44E0-9D24-B59925ED2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25" y="5595938"/>
              <a:ext cx="236538" cy="230188"/>
            </a:xfrm>
            <a:custGeom>
              <a:avLst/>
              <a:gdLst>
                <a:gd name="T0" fmla="*/ 48 w 83"/>
                <a:gd name="T1" fmla="*/ 0 h 81"/>
                <a:gd name="T2" fmla="*/ 0 w 83"/>
                <a:gd name="T3" fmla="*/ 51 h 81"/>
                <a:gd name="T4" fmla="*/ 0 w 83"/>
                <a:gd name="T5" fmla="*/ 81 h 81"/>
                <a:gd name="T6" fmla="*/ 83 w 83"/>
                <a:gd name="T7" fmla="*/ 81 h 81"/>
                <a:gd name="T8" fmla="*/ 49 w 83"/>
                <a:gd name="T9" fmla="*/ 0 h 81"/>
                <a:gd name="T10" fmla="*/ 48 w 83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1">
                  <a:moveTo>
                    <a:pt x="48" y="0"/>
                  </a:moveTo>
                  <a:cubicBezTo>
                    <a:pt x="21" y="1"/>
                    <a:pt x="0" y="24"/>
                    <a:pt x="0" y="5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83" y="81"/>
                    <a:pt x="83" y="81"/>
                    <a:pt x="83" y="81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168">
              <a:extLst>
                <a:ext uri="{FF2B5EF4-FFF2-40B4-BE49-F238E27FC236}">
                  <a16:creationId xmlns:a16="http://schemas.microsoft.com/office/drawing/2014/main" id="{79080D16-2184-4333-BD0F-2861B1F78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250" y="5595938"/>
              <a:ext cx="239713" cy="230188"/>
            </a:xfrm>
            <a:custGeom>
              <a:avLst/>
              <a:gdLst>
                <a:gd name="T0" fmla="*/ 35 w 84"/>
                <a:gd name="T1" fmla="*/ 0 h 81"/>
                <a:gd name="T2" fmla="*/ 34 w 84"/>
                <a:gd name="T3" fmla="*/ 0 h 81"/>
                <a:gd name="T4" fmla="*/ 0 w 84"/>
                <a:gd name="T5" fmla="*/ 81 h 81"/>
                <a:gd name="T6" fmla="*/ 84 w 84"/>
                <a:gd name="T7" fmla="*/ 81 h 81"/>
                <a:gd name="T8" fmla="*/ 84 w 84"/>
                <a:gd name="T9" fmla="*/ 51 h 81"/>
                <a:gd name="T10" fmla="*/ 35 w 84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81">
                  <a:moveTo>
                    <a:pt x="3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4" y="51"/>
                    <a:pt x="84" y="51"/>
                    <a:pt x="84" y="51"/>
                  </a:cubicBezTo>
                  <a:cubicBezTo>
                    <a:pt x="84" y="24"/>
                    <a:pt x="62" y="1"/>
                    <a:pt x="3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Freeform 169">
              <a:extLst>
                <a:ext uri="{FF2B5EF4-FFF2-40B4-BE49-F238E27FC236}">
                  <a16:creationId xmlns:a16="http://schemas.microsoft.com/office/drawing/2014/main" id="{685C0A15-846F-45C3-9FBC-612267DD4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688" y="5454651"/>
              <a:ext cx="161925" cy="93663"/>
            </a:xfrm>
            <a:custGeom>
              <a:avLst/>
              <a:gdLst>
                <a:gd name="T0" fmla="*/ 57 w 57"/>
                <a:gd name="T1" fmla="*/ 22 h 33"/>
                <a:gd name="T2" fmla="*/ 57 w 57"/>
                <a:gd name="T3" fmla="*/ 21 h 33"/>
                <a:gd name="T4" fmla="*/ 52 w 57"/>
                <a:gd name="T5" fmla="*/ 1 h 33"/>
                <a:gd name="T6" fmla="*/ 51 w 57"/>
                <a:gd name="T7" fmla="*/ 0 h 33"/>
                <a:gd name="T8" fmla="*/ 51 w 57"/>
                <a:gd name="T9" fmla="*/ 0 h 33"/>
                <a:gd name="T10" fmla="*/ 9 w 57"/>
                <a:gd name="T11" fmla="*/ 10 h 33"/>
                <a:gd name="T12" fmla="*/ 2 w 57"/>
                <a:gd name="T13" fmla="*/ 15 h 33"/>
                <a:gd name="T14" fmla="*/ 1 w 57"/>
                <a:gd name="T15" fmla="*/ 24 h 33"/>
                <a:gd name="T16" fmla="*/ 12 w 57"/>
                <a:gd name="T17" fmla="*/ 33 h 33"/>
                <a:gd name="T18" fmla="*/ 15 w 57"/>
                <a:gd name="T19" fmla="*/ 32 h 33"/>
                <a:gd name="T20" fmla="*/ 56 w 57"/>
                <a:gd name="T21" fmla="*/ 23 h 33"/>
                <a:gd name="T22" fmla="*/ 57 w 57"/>
                <a:gd name="T23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33">
                  <a:moveTo>
                    <a:pt x="57" y="22"/>
                  </a:moveTo>
                  <a:cubicBezTo>
                    <a:pt x="57" y="22"/>
                    <a:pt x="57" y="22"/>
                    <a:pt x="57" y="21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52" y="1"/>
                    <a:pt x="52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6" y="11"/>
                    <a:pt x="4" y="13"/>
                    <a:pt x="2" y="15"/>
                  </a:cubicBezTo>
                  <a:cubicBezTo>
                    <a:pt x="1" y="18"/>
                    <a:pt x="0" y="21"/>
                    <a:pt x="1" y="24"/>
                  </a:cubicBezTo>
                  <a:cubicBezTo>
                    <a:pt x="2" y="29"/>
                    <a:pt x="7" y="33"/>
                    <a:pt x="12" y="33"/>
                  </a:cubicBezTo>
                  <a:cubicBezTo>
                    <a:pt x="13" y="33"/>
                    <a:pt x="14" y="33"/>
                    <a:pt x="15" y="32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6" y="22"/>
                    <a:pt x="56" y="22"/>
                    <a:pt x="57" y="22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Freeform 170">
              <a:extLst>
                <a:ext uri="{FF2B5EF4-FFF2-40B4-BE49-F238E27FC236}">
                  <a16:creationId xmlns:a16="http://schemas.microsoft.com/office/drawing/2014/main" id="{6E880095-D3EA-4BDC-BF64-9CABE941C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47850" y="5305426"/>
              <a:ext cx="309563" cy="285750"/>
            </a:xfrm>
            <a:custGeom>
              <a:avLst/>
              <a:gdLst>
                <a:gd name="T0" fmla="*/ 55 w 109"/>
                <a:gd name="T1" fmla="*/ 100 h 100"/>
                <a:gd name="T2" fmla="*/ 55 w 109"/>
                <a:gd name="T3" fmla="*/ 100 h 100"/>
                <a:gd name="T4" fmla="*/ 66 w 109"/>
                <a:gd name="T5" fmla="*/ 98 h 100"/>
                <a:gd name="T6" fmla="*/ 103 w 109"/>
                <a:gd name="T7" fmla="*/ 38 h 100"/>
                <a:gd name="T8" fmla="*/ 55 w 109"/>
                <a:gd name="T9" fmla="*/ 0 h 100"/>
                <a:gd name="T10" fmla="*/ 43 w 109"/>
                <a:gd name="T11" fmla="*/ 1 h 100"/>
                <a:gd name="T12" fmla="*/ 6 w 109"/>
                <a:gd name="T13" fmla="*/ 61 h 100"/>
                <a:gd name="T14" fmla="*/ 55 w 109"/>
                <a:gd name="T15" fmla="*/ 100 h 100"/>
                <a:gd name="T16" fmla="*/ 54 w 109"/>
                <a:gd name="T17" fmla="*/ 21 h 100"/>
                <a:gd name="T18" fmla="*/ 83 w 109"/>
                <a:gd name="T19" fmla="*/ 50 h 100"/>
                <a:gd name="T20" fmla="*/ 54 w 109"/>
                <a:gd name="T21" fmla="*/ 80 h 100"/>
                <a:gd name="T22" fmla="*/ 24 w 109"/>
                <a:gd name="T23" fmla="*/ 50 h 100"/>
                <a:gd name="T24" fmla="*/ 54 w 109"/>
                <a:gd name="T25" fmla="*/ 2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" h="100">
                  <a:moveTo>
                    <a:pt x="55" y="100"/>
                  </a:moveTo>
                  <a:cubicBezTo>
                    <a:pt x="55" y="100"/>
                    <a:pt x="55" y="100"/>
                    <a:pt x="55" y="100"/>
                  </a:cubicBezTo>
                  <a:cubicBezTo>
                    <a:pt x="58" y="100"/>
                    <a:pt x="62" y="99"/>
                    <a:pt x="66" y="98"/>
                  </a:cubicBezTo>
                  <a:cubicBezTo>
                    <a:pt x="93" y="92"/>
                    <a:pt x="109" y="65"/>
                    <a:pt x="103" y="38"/>
                  </a:cubicBezTo>
                  <a:cubicBezTo>
                    <a:pt x="98" y="16"/>
                    <a:pt x="78" y="0"/>
                    <a:pt x="55" y="0"/>
                  </a:cubicBezTo>
                  <a:cubicBezTo>
                    <a:pt x="51" y="0"/>
                    <a:pt x="47" y="0"/>
                    <a:pt x="43" y="1"/>
                  </a:cubicBezTo>
                  <a:cubicBezTo>
                    <a:pt x="16" y="8"/>
                    <a:pt x="0" y="35"/>
                    <a:pt x="6" y="61"/>
                  </a:cubicBezTo>
                  <a:cubicBezTo>
                    <a:pt x="12" y="84"/>
                    <a:pt x="32" y="100"/>
                    <a:pt x="55" y="100"/>
                  </a:cubicBezTo>
                  <a:close/>
                  <a:moveTo>
                    <a:pt x="54" y="21"/>
                  </a:moveTo>
                  <a:cubicBezTo>
                    <a:pt x="70" y="21"/>
                    <a:pt x="83" y="34"/>
                    <a:pt x="83" y="50"/>
                  </a:cubicBezTo>
                  <a:cubicBezTo>
                    <a:pt x="83" y="67"/>
                    <a:pt x="70" y="80"/>
                    <a:pt x="54" y="80"/>
                  </a:cubicBezTo>
                  <a:cubicBezTo>
                    <a:pt x="38" y="80"/>
                    <a:pt x="24" y="67"/>
                    <a:pt x="24" y="50"/>
                  </a:cubicBezTo>
                  <a:cubicBezTo>
                    <a:pt x="24" y="34"/>
                    <a:pt x="38" y="21"/>
                    <a:pt x="54" y="2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5B7C1576-F13B-45AD-A3C8-978D695F9159}"/>
              </a:ext>
            </a:extLst>
          </p:cNvPr>
          <p:cNvGrpSpPr/>
          <p:nvPr/>
        </p:nvGrpSpPr>
        <p:grpSpPr>
          <a:xfrm rot="21382797">
            <a:off x="9600028" y="3343433"/>
            <a:ext cx="967392" cy="948073"/>
            <a:chOff x="8346435" y="1495928"/>
            <a:chExt cx="684083" cy="686521"/>
          </a:xfrm>
          <a:solidFill>
            <a:schemeClr val="accent4">
              <a:lumMod val="75000"/>
            </a:schemeClr>
          </a:solidFill>
        </p:grpSpPr>
        <p:sp>
          <p:nvSpPr>
            <p:cNvPr id="162" name="Freeform 63">
              <a:extLst>
                <a:ext uri="{FF2B5EF4-FFF2-40B4-BE49-F238E27FC236}">
                  <a16:creationId xmlns:a16="http://schemas.microsoft.com/office/drawing/2014/main" id="{53FE3253-A22A-4472-959F-1CD91D60E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1530" y="1495928"/>
              <a:ext cx="388988" cy="390208"/>
            </a:xfrm>
            <a:custGeom>
              <a:avLst/>
              <a:gdLst>
                <a:gd name="T0" fmla="*/ 99 w 135"/>
                <a:gd name="T1" fmla="*/ 80 h 135"/>
                <a:gd name="T2" fmla="*/ 59 w 135"/>
                <a:gd name="T3" fmla="*/ 76 h 135"/>
                <a:gd name="T4" fmla="*/ 56 w 135"/>
                <a:gd name="T5" fmla="*/ 36 h 135"/>
                <a:gd name="T6" fmla="*/ 88 w 135"/>
                <a:gd name="T7" fmla="*/ 4 h 135"/>
                <a:gd name="T8" fmla="*/ 87 w 135"/>
                <a:gd name="T9" fmla="*/ 0 h 135"/>
                <a:gd name="T10" fmla="*/ 24 w 135"/>
                <a:gd name="T11" fmla="*/ 16 h 135"/>
                <a:gd name="T12" fmla="*/ 20 w 135"/>
                <a:gd name="T13" fmla="*/ 19 h 135"/>
                <a:gd name="T14" fmla="*/ 21 w 135"/>
                <a:gd name="T15" fmla="*/ 91 h 135"/>
                <a:gd name="T16" fmla="*/ 45 w 135"/>
                <a:gd name="T17" fmla="*/ 115 h 135"/>
                <a:gd name="T18" fmla="*/ 116 w 135"/>
                <a:gd name="T19" fmla="*/ 115 h 135"/>
                <a:gd name="T20" fmla="*/ 119 w 135"/>
                <a:gd name="T21" fmla="*/ 112 h 135"/>
                <a:gd name="T22" fmla="*/ 135 w 135"/>
                <a:gd name="T23" fmla="*/ 49 h 135"/>
                <a:gd name="T24" fmla="*/ 131 w 135"/>
                <a:gd name="T25" fmla="*/ 48 h 135"/>
                <a:gd name="T26" fmla="*/ 99 w 135"/>
                <a:gd name="T27" fmla="*/ 8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5" h="135">
                  <a:moveTo>
                    <a:pt x="99" y="80"/>
                  </a:moveTo>
                  <a:cubicBezTo>
                    <a:pt x="97" y="82"/>
                    <a:pt x="63" y="79"/>
                    <a:pt x="59" y="76"/>
                  </a:cubicBezTo>
                  <a:cubicBezTo>
                    <a:pt x="56" y="72"/>
                    <a:pt x="53" y="39"/>
                    <a:pt x="56" y="36"/>
                  </a:cubicBezTo>
                  <a:cubicBezTo>
                    <a:pt x="60" y="32"/>
                    <a:pt x="88" y="4"/>
                    <a:pt x="88" y="4"/>
                  </a:cubicBezTo>
                  <a:cubicBezTo>
                    <a:pt x="88" y="4"/>
                    <a:pt x="92" y="0"/>
                    <a:pt x="87" y="0"/>
                  </a:cubicBezTo>
                  <a:cubicBezTo>
                    <a:pt x="71" y="0"/>
                    <a:pt x="39" y="0"/>
                    <a:pt x="24" y="16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0" y="39"/>
                    <a:pt x="1" y="71"/>
                    <a:pt x="21" y="91"/>
                  </a:cubicBezTo>
                  <a:cubicBezTo>
                    <a:pt x="45" y="115"/>
                    <a:pt x="45" y="115"/>
                    <a:pt x="45" y="115"/>
                  </a:cubicBezTo>
                  <a:cubicBezTo>
                    <a:pt x="65" y="135"/>
                    <a:pt x="96" y="135"/>
                    <a:pt x="116" y="115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34" y="97"/>
                    <a:pt x="135" y="65"/>
                    <a:pt x="135" y="49"/>
                  </a:cubicBezTo>
                  <a:cubicBezTo>
                    <a:pt x="135" y="44"/>
                    <a:pt x="131" y="48"/>
                    <a:pt x="131" y="48"/>
                  </a:cubicBezTo>
                  <a:cubicBezTo>
                    <a:pt x="131" y="48"/>
                    <a:pt x="102" y="77"/>
                    <a:pt x="99" y="80"/>
                  </a:cubicBezTo>
                  <a:close/>
                </a:path>
              </a:pathLst>
            </a:custGeom>
            <a:grpFill/>
            <a:ln w="30163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64">
              <a:extLst>
                <a:ext uri="{FF2B5EF4-FFF2-40B4-BE49-F238E27FC236}">
                  <a16:creationId xmlns:a16="http://schemas.microsoft.com/office/drawing/2014/main" id="{6D7C6BB2-C0B7-4150-A332-4CD40EFB4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435" y="1738588"/>
              <a:ext cx="438984" cy="443861"/>
            </a:xfrm>
            <a:custGeom>
              <a:avLst/>
              <a:gdLst>
                <a:gd name="T0" fmla="*/ 118 w 152"/>
                <a:gd name="T1" fmla="*/ 0 h 154"/>
                <a:gd name="T2" fmla="*/ 16 w 152"/>
                <a:gd name="T3" fmla="*/ 94 h 154"/>
                <a:gd name="T4" fmla="*/ 16 w 152"/>
                <a:gd name="T5" fmla="*/ 137 h 154"/>
                <a:gd name="T6" fmla="*/ 60 w 152"/>
                <a:gd name="T7" fmla="*/ 137 h 154"/>
                <a:gd name="T8" fmla="*/ 152 w 152"/>
                <a:gd name="T9" fmla="*/ 36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54">
                  <a:moveTo>
                    <a:pt x="118" y="0"/>
                  </a:moveTo>
                  <a:cubicBezTo>
                    <a:pt x="16" y="94"/>
                    <a:pt x="16" y="94"/>
                    <a:pt x="16" y="94"/>
                  </a:cubicBezTo>
                  <a:cubicBezTo>
                    <a:pt x="9" y="101"/>
                    <a:pt x="0" y="121"/>
                    <a:pt x="16" y="137"/>
                  </a:cubicBezTo>
                  <a:cubicBezTo>
                    <a:pt x="33" y="154"/>
                    <a:pt x="53" y="144"/>
                    <a:pt x="60" y="137"/>
                  </a:cubicBezTo>
                  <a:cubicBezTo>
                    <a:pt x="60" y="137"/>
                    <a:pt x="150" y="35"/>
                    <a:pt x="152" y="36"/>
                  </a:cubicBezTo>
                </a:path>
              </a:pathLst>
            </a:custGeom>
            <a:grpFill/>
            <a:ln w="269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9A94147-6FE9-4619-AF6C-99DB8BE09D16}"/>
              </a:ext>
            </a:extLst>
          </p:cNvPr>
          <p:cNvSpPr txBox="1"/>
          <p:nvPr/>
        </p:nvSpPr>
        <p:spPr>
          <a:xfrm>
            <a:off x="1049231" y="5026550"/>
            <a:ext cx="25298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494949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Marketing Agency</a:t>
            </a:r>
            <a:endParaRPr lang="ko-KR" altLang="en-US" sz="2000" dirty="0">
              <a:solidFill>
                <a:srgbClr val="494949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CF98D3C-64CE-4EAB-876F-E82DFFDD2138}"/>
              </a:ext>
            </a:extLst>
          </p:cNvPr>
          <p:cNvSpPr txBox="1"/>
          <p:nvPr/>
        </p:nvSpPr>
        <p:spPr>
          <a:xfrm>
            <a:off x="4689365" y="5005503"/>
            <a:ext cx="24214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494949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Cloud Foundation</a:t>
            </a:r>
            <a:endParaRPr lang="ko-KR" altLang="en-US" sz="2000" dirty="0">
              <a:solidFill>
                <a:srgbClr val="494949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72DBCB9-F3B8-4520-886E-47A64B34EF01}"/>
              </a:ext>
            </a:extLst>
          </p:cNvPr>
          <p:cNvSpPr txBox="1"/>
          <p:nvPr/>
        </p:nvSpPr>
        <p:spPr>
          <a:xfrm>
            <a:off x="7630187" y="5011048"/>
            <a:ext cx="3693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494949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Integrated Support System</a:t>
            </a:r>
            <a:endParaRPr lang="ko-KR" altLang="en-US" sz="2000" dirty="0">
              <a:solidFill>
                <a:srgbClr val="494949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DE6F808-9AE3-42B9-A875-FB04727AD10A}"/>
              </a:ext>
            </a:extLst>
          </p:cNvPr>
          <p:cNvSpPr/>
          <p:nvPr/>
        </p:nvSpPr>
        <p:spPr>
          <a:xfrm>
            <a:off x="2274520" y="4865686"/>
            <a:ext cx="103467" cy="107085"/>
          </a:xfrm>
          <a:prstGeom prst="ellipse">
            <a:avLst/>
          </a:prstGeom>
          <a:solidFill>
            <a:srgbClr val="9ECD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6501DD01-5746-4139-96E7-A4865946CEF5}"/>
              </a:ext>
            </a:extLst>
          </p:cNvPr>
          <p:cNvSpPr/>
          <p:nvPr/>
        </p:nvSpPr>
        <p:spPr>
          <a:xfrm>
            <a:off x="9360369" y="4872872"/>
            <a:ext cx="103467" cy="10708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Freeform 72">
            <a:extLst>
              <a:ext uri="{FF2B5EF4-FFF2-40B4-BE49-F238E27FC236}">
                <a16:creationId xmlns:a16="http://schemas.microsoft.com/office/drawing/2014/main" id="{BE35F021-7865-439F-BF88-61380920F14F}"/>
              </a:ext>
            </a:extLst>
          </p:cNvPr>
          <p:cNvSpPr>
            <a:spLocks/>
          </p:cNvSpPr>
          <p:nvPr/>
        </p:nvSpPr>
        <p:spPr bwMode="auto">
          <a:xfrm>
            <a:off x="5055276" y="2866279"/>
            <a:ext cx="1661961" cy="1121336"/>
          </a:xfrm>
          <a:custGeom>
            <a:avLst/>
            <a:gdLst>
              <a:gd name="T0" fmla="*/ 192 w 230"/>
              <a:gd name="T1" fmla="*/ 66 h 142"/>
              <a:gd name="T2" fmla="*/ 192 w 230"/>
              <a:gd name="T3" fmla="*/ 66 h 142"/>
              <a:gd name="T4" fmla="*/ 192 w 230"/>
              <a:gd name="T5" fmla="*/ 58 h 142"/>
              <a:gd name="T6" fmla="*/ 134 w 230"/>
              <a:gd name="T7" fmla="*/ 0 h 142"/>
              <a:gd name="T8" fmla="*/ 80 w 230"/>
              <a:gd name="T9" fmla="*/ 38 h 142"/>
              <a:gd name="T10" fmla="*/ 59 w 230"/>
              <a:gd name="T11" fmla="*/ 30 h 142"/>
              <a:gd name="T12" fmla="*/ 30 w 230"/>
              <a:gd name="T13" fmla="*/ 59 h 142"/>
              <a:gd name="T14" fmla="*/ 30 w 230"/>
              <a:gd name="T15" fmla="*/ 60 h 142"/>
              <a:gd name="T16" fmla="*/ 0 w 230"/>
              <a:gd name="T17" fmla="*/ 100 h 142"/>
              <a:gd name="T18" fmla="*/ 41 w 230"/>
              <a:gd name="T19" fmla="*/ 142 h 142"/>
              <a:gd name="T20" fmla="*/ 192 w 230"/>
              <a:gd name="T21" fmla="*/ 142 h 142"/>
              <a:gd name="T22" fmla="*/ 230 w 230"/>
              <a:gd name="T23" fmla="*/ 104 h 142"/>
              <a:gd name="T24" fmla="*/ 192 w 230"/>
              <a:gd name="T25" fmla="*/ 66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0" h="142">
                <a:moveTo>
                  <a:pt x="192" y="66"/>
                </a:moveTo>
                <a:cubicBezTo>
                  <a:pt x="192" y="66"/>
                  <a:pt x="192" y="66"/>
                  <a:pt x="192" y="66"/>
                </a:cubicBezTo>
                <a:cubicBezTo>
                  <a:pt x="192" y="63"/>
                  <a:pt x="192" y="61"/>
                  <a:pt x="192" y="58"/>
                </a:cubicBezTo>
                <a:cubicBezTo>
                  <a:pt x="192" y="26"/>
                  <a:pt x="166" y="0"/>
                  <a:pt x="134" y="0"/>
                </a:cubicBezTo>
                <a:cubicBezTo>
                  <a:pt x="109" y="0"/>
                  <a:pt x="88" y="16"/>
                  <a:pt x="80" y="38"/>
                </a:cubicBezTo>
                <a:cubicBezTo>
                  <a:pt x="74" y="33"/>
                  <a:pt x="67" y="30"/>
                  <a:pt x="59" y="30"/>
                </a:cubicBezTo>
                <a:cubicBezTo>
                  <a:pt x="43" y="30"/>
                  <a:pt x="30" y="43"/>
                  <a:pt x="30" y="59"/>
                </a:cubicBezTo>
                <a:cubicBezTo>
                  <a:pt x="30" y="59"/>
                  <a:pt x="30" y="59"/>
                  <a:pt x="30" y="60"/>
                </a:cubicBezTo>
                <a:cubicBezTo>
                  <a:pt x="13" y="65"/>
                  <a:pt x="0" y="81"/>
                  <a:pt x="0" y="100"/>
                </a:cubicBezTo>
                <a:cubicBezTo>
                  <a:pt x="0" y="123"/>
                  <a:pt x="18" y="142"/>
                  <a:pt x="41" y="142"/>
                </a:cubicBezTo>
                <a:cubicBezTo>
                  <a:pt x="53" y="142"/>
                  <a:pt x="183" y="142"/>
                  <a:pt x="192" y="142"/>
                </a:cubicBezTo>
                <a:cubicBezTo>
                  <a:pt x="213" y="142"/>
                  <a:pt x="230" y="125"/>
                  <a:pt x="230" y="104"/>
                </a:cubicBezTo>
                <a:cubicBezTo>
                  <a:pt x="230" y="83"/>
                  <a:pt x="213" y="66"/>
                  <a:pt x="192" y="66"/>
                </a:cubicBezTo>
                <a:close/>
              </a:path>
            </a:pathLst>
          </a:custGeom>
          <a:solidFill>
            <a:schemeClr val="bg1"/>
          </a:solidFill>
          <a:ln w="301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2FF369C5-BC67-4913-96C4-6037009CD01C}"/>
              </a:ext>
            </a:extLst>
          </p:cNvPr>
          <p:cNvGrpSpPr/>
          <p:nvPr/>
        </p:nvGrpSpPr>
        <p:grpSpPr>
          <a:xfrm>
            <a:off x="5552131" y="3809362"/>
            <a:ext cx="655638" cy="682625"/>
            <a:chOff x="10325101" y="3113088"/>
            <a:chExt cx="655638" cy="682625"/>
          </a:xfrm>
          <a:solidFill>
            <a:schemeClr val="bg1"/>
          </a:solidFill>
        </p:grpSpPr>
        <p:sp>
          <p:nvSpPr>
            <p:cNvPr id="97" name="Freeform 73">
              <a:extLst>
                <a:ext uri="{FF2B5EF4-FFF2-40B4-BE49-F238E27FC236}">
                  <a16:creationId xmlns:a16="http://schemas.microsoft.com/office/drawing/2014/main" id="{B29B3E92-1E57-4518-83FB-6426C890D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6376" y="3313113"/>
              <a:ext cx="298450" cy="298450"/>
            </a:xfrm>
            <a:custGeom>
              <a:avLst/>
              <a:gdLst>
                <a:gd name="T0" fmla="*/ 75 w 95"/>
                <a:gd name="T1" fmla="*/ 0 h 95"/>
                <a:gd name="T2" fmla="*/ 20 w 95"/>
                <a:gd name="T3" fmla="*/ 0 h 95"/>
                <a:gd name="T4" fmla="*/ 0 w 95"/>
                <a:gd name="T5" fmla="*/ 20 h 95"/>
                <a:gd name="T6" fmla="*/ 0 w 95"/>
                <a:gd name="T7" fmla="*/ 75 h 95"/>
                <a:gd name="T8" fmla="*/ 20 w 95"/>
                <a:gd name="T9" fmla="*/ 95 h 95"/>
                <a:gd name="T10" fmla="*/ 75 w 95"/>
                <a:gd name="T11" fmla="*/ 95 h 95"/>
                <a:gd name="T12" fmla="*/ 95 w 95"/>
                <a:gd name="T13" fmla="*/ 75 h 95"/>
                <a:gd name="T14" fmla="*/ 95 w 95"/>
                <a:gd name="T15" fmla="*/ 20 h 95"/>
                <a:gd name="T16" fmla="*/ 75 w 95"/>
                <a:gd name="T1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95">
                  <a:moveTo>
                    <a:pt x="75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86"/>
                    <a:pt x="9" y="95"/>
                    <a:pt x="20" y="95"/>
                  </a:cubicBezTo>
                  <a:cubicBezTo>
                    <a:pt x="75" y="95"/>
                    <a:pt x="75" y="95"/>
                    <a:pt x="75" y="95"/>
                  </a:cubicBezTo>
                  <a:cubicBezTo>
                    <a:pt x="86" y="95"/>
                    <a:pt x="95" y="86"/>
                    <a:pt x="95" y="75"/>
                  </a:cubicBezTo>
                  <a:cubicBezTo>
                    <a:pt x="95" y="20"/>
                    <a:pt x="95" y="20"/>
                    <a:pt x="95" y="20"/>
                  </a:cubicBezTo>
                  <a:cubicBezTo>
                    <a:pt x="95" y="9"/>
                    <a:pt x="86" y="0"/>
                    <a:pt x="7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74">
              <a:extLst>
                <a:ext uri="{FF2B5EF4-FFF2-40B4-BE49-F238E27FC236}">
                  <a16:creationId xmlns:a16="http://schemas.microsoft.com/office/drawing/2014/main" id="{B1098123-3396-40BC-9573-C0064A2DE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8138" y="3113088"/>
              <a:ext cx="166688" cy="171450"/>
            </a:xfrm>
            <a:custGeom>
              <a:avLst/>
              <a:gdLst>
                <a:gd name="T0" fmla="*/ 42 w 53"/>
                <a:gd name="T1" fmla="*/ 0 h 54"/>
                <a:gd name="T2" fmla="*/ 11 w 53"/>
                <a:gd name="T3" fmla="*/ 0 h 54"/>
                <a:gd name="T4" fmla="*/ 0 w 53"/>
                <a:gd name="T5" fmla="*/ 12 h 54"/>
                <a:gd name="T6" fmla="*/ 0 w 53"/>
                <a:gd name="T7" fmla="*/ 43 h 54"/>
                <a:gd name="T8" fmla="*/ 11 w 53"/>
                <a:gd name="T9" fmla="*/ 54 h 54"/>
                <a:gd name="T10" fmla="*/ 42 w 53"/>
                <a:gd name="T11" fmla="*/ 54 h 54"/>
                <a:gd name="T12" fmla="*/ 53 w 53"/>
                <a:gd name="T13" fmla="*/ 43 h 54"/>
                <a:gd name="T14" fmla="*/ 53 w 53"/>
                <a:gd name="T15" fmla="*/ 12 h 54"/>
                <a:gd name="T16" fmla="*/ 42 w 53"/>
                <a:gd name="T1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54">
                  <a:moveTo>
                    <a:pt x="42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9"/>
                    <a:pt x="5" y="54"/>
                    <a:pt x="11" y="54"/>
                  </a:cubicBezTo>
                  <a:cubicBezTo>
                    <a:pt x="42" y="54"/>
                    <a:pt x="42" y="54"/>
                    <a:pt x="42" y="54"/>
                  </a:cubicBezTo>
                  <a:cubicBezTo>
                    <a:pt x="48" y="54"/>
                    <a:pt x="53" y="49"/>
                    <a:pt x="53" y="43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6"/>
                    <a:pt x="48" y="0"/>
                    <a:pt x="4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75">
              <a:extLst>
                <a:ext uri="{FF2B5EF4-FFF2-40B4-BE49-F238E27FC236}">
                  <a16:creationId xmlns:a16="http://schemas.microsoft.com/office/drawing/2014/main" id="{0500DFA9-F0E9-49B3-A056-9C6150778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1" y="3316288"/>
              <a:ext cx="207963" cy="211138"/>
            </a:xfrm>
            <a:custGeom>
              <a:avLst/>
              <a:gdLst>
                <a:gd name="T0" fmla="*/ 14 w 66"/>
                <a:gd name="T1" fmla="*/ 67 h 67"/>
                <a:gd name="T2" fmla="*/ 52 w 66"/>
                <a:gd name="T3" fmla="*/ 67 h 67"/>
                <a:gd name="T4" fmla="*/ 66 w 66"/>
                <a:gd name="T5" fmla="*/ 53 h 67"/>
                <a:gd name="T6" fmla="*/ 66 w 66"/>
                <a:gd name="T7" fmla="*/ 15 h 67"/>
                <a:gd name="T8" fmla="*/ 52 w 66"/>
                <a:gd name="T9" fmla="*/ 0 h 67"/>
                <a:gd name="T10" fmla="*/ 14 w 66"/>
                <a:gd name="T11" fmla="*/ 0 h 67"/>
                <a:gd name="T12" fmla="*/ 0 w 66"/>
                <a:gd name="T13" fmla="*/ 15 h 67"/>
                <a:gd name="T14" fmla="*/ 0 w 66"/>
                <a:gd name="T15" fmla="*/ 53 h 67"/>
                <a:gd name="T16" fmla="*/ 14 w 66"/>
                <a:gd name="T1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67">
                  <a:moveTo>
                    <a:pt x="14" y="67"/>
                  </a:moveTo>
                  <a:cubicBezTo>
                    <a:pt x="52" y="67"/>
                    <a:pt x="52" y="67"/>
                    <a:pt x="52" y="67"/>
                  </a:cubicBezTo>
                  <a:cubicBezTo>
                    <a:pt x="60" y="67"/>
                    <a:pt x="66" y="61"/>
                    <a:pt x="66" y="53"/>
                  </a:cubicBezTo>
                  <a:cubicBezTo>
                    <a:pt x="66" y="15"/>
                    <a:pt x="66" y="15"/>
                    <a:pt x="66" y="15"/>
                  </a:cubicBezTo>
                  <a:cubicBezTo>
                    <a:pt x="66" y="7"/>
                    <a:pt x="60" y="0"/>
                    <a:pt x="5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61"/>
                    <a:pt x="6" y="67"/>
                    <a:pt x="14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76">
              <a:extLst>
                <a:ext uri="{FF2B5EF4-FFF2-40B4-BE49-F238E27FC236}">
                  <a16:creationId xmlns:a16="http://schemas.microsoft.com/office/drawing/2014/main" id="{8D44070F-B4BE-44E2-9779-EA28699FB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1" y="3568701"/>
              <a:ext cx="85725" cy="87313"/>
            </a:xfrm>
            <a:custGeom>
              <a:avLst/>
              <a:gdLst>
                <a:gd name="T0" fmla="*/ 21 w 27"/>
                <a:gd name="T1" fmla="*/ 0 h 28"/>
                <a:gd name="T2" fmla="*/ 5 w 27"/>
                <a:gd name="T3" fmla="*/ 0 h 28"/>
                <a:gd name="T4" fmla="*/ 0 w 27"/>
                <a:gd name="T5" fmla="*/ 6 h 28"/>
                <a:gd name="T6" fmla="*/ 0 w 27"/>
                <a:gd name="T7" fmla="*/ 22 h 28"/>
                <a:gd name="T8" fmla="*/ 5 w 27"/>
                <a:gd name="T9" fmla="*/ 28 h 28"/>
                <a:gd name="T10" fmla="*/ 21 w 27"/>
                <a:gd name="T11" fmla="*/ 28 h 28"/>
                <a:gd name="T12" fmla="*/ 27 w 27"/>
                <a:gd name="T13" fmla="*/ 22 h 28"/>
                <a:gd name="T14" fmla="*/ 27 w 27"/>
                <a:gd name="T15" fmla="*/ 6 h 28"/>
                <a:gd name="T16" fmla="*/ 21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1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2" y="28"/>
                    <a:pt x="5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4" y="28"/>
                    <a:pt x="27" y="25"/>
                    <a:pt x="27" y="22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3"/>
                    <a:pt x="24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77">
              <a:extLst>
                <a:ext uri="{FF2B5EF4-FFF2-40B4-BE49-F238E27FC236}">
                  <a16:creationId xmlns:a16="http://schemas.microsoft.com/office/drawing/2014/main" id="{6214BE76-08BF-4765-A2DA-160F61F5F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2113" y="3643313"/>
              <a:ext cx="106363" cy="107950"/>
            </a:xfrm>
            <a:custGeom>
              <a:avLst/>
              <a:gdLst>
                <a:gd name="T0" fmla="*/ 27 w 34"/>
                <a:gd name="T1" fmla="*/ 0 h 34"/>
                <a:gd name="T2" fmla="*/ 7 w 34"/>
                <a:gd name="T3" fmla="*/ 0 h 34"/>
                <a:gd name="T4" fmla="*/ 0 w 34"/>
                <a:gd name="T5" fmla="*/ 8 h 34"/>
                <a:gd name="T6" fmla="*/ 0 w 34"/>
                <a:gd name="T7" fmla="*/ 27 h 34"/>
                <a:gd name="T8" fmla="*/ 7 w 34"/>
                <a:gd name="T9" fmla="*/ 34 h 34"/>
                <a:gd name="T10" fmla="*/ 27 w 34"/>
                <a:gd name="T11" fmla="*/ 34 h 34"/>
                <a:gd name="T12" fmla="*/ 34 w 34"/>
                <a:gd name="T13" fmla="*/ 27 h 34"/>
                <a:gd name="T14" fmla="*/ 34 w 34"/>
                <a:gd name="T15" fmla="*/ 8 h 34"/>
                <a:gd name="T16" fmla="*/ 27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2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1"/>
                    <a:pt x="3" y="34"/>
                    <a:pt x="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31" y="34"/>
                    <a:pt x="34" y="31"/>
                    <a:pt x="34" y="2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1" y="0"/>
                    <a:pt x="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78">
              <a:extLst>
                <a:ext uri="{FF2B5EF4-FFF2-40B4-BE49-F238E27FC236}">
                  <a16:creationId xmlns:a16="http://schemas.microsoft.com/office/drawing/2014/main" id="{BAB07FE7-EC11-4EBE-BE9F-5EC25C714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176588"/>
              <a:ext cx="106363" cy="107950"/>
            </a:xfrm>
            <a:custGeom>
              <a:avLst/>
              <a:gdLst>
                <a:gd name="T0" fmla="*/ 7 w 34"/>
                <a:gd name="T1" fmla="*/ 34 h 34"/>
                <a:gd name="T2" fmla="*/ 27 w 34"/>
                <a:gd name="T3" fmla="*/ 34 h 34"/>
                <a:gd name="T4" fmla="*/ 34 w 34"/>
                <a:gd name="T5" fmla="*/ 27 h 34"/>
                <a:gd name="T6" fmla="*/ 34 w 34"/>
                <a:gd name="T7" fmla="*/ 8 h 34"/>
                <a:gd name="T8" fmla="*/ 27 w 34"/>
                <a:gd name="T9" fmla="*/ 0 h 34"/>
                <a:gd name="T10" fmla="*/ 7 w 34"/>
                <a:gd name="T11" fmla="*/ 0 h 34"/>
                <a:gd name="T12" fmla="*/ 0 w 34"/>
                <a:gd name="T13" fmla="*/ 8 h 34"/>
                <a:gd name="T14" fmla="*/ 0 w 34"/>
                <a:gd name="T15" fmla="*/ 27 h 34"/>
                <a:gd name="T16" fmla="*/ 7 w 34"/>
                <a:gd name="T1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7" y="34"/>
                  </a:moveTo>
                  <a:cubicBezTo>
                    <a:pt x="27" y="34"/>
                    <a:pt x="27" y="34"/>
                    <a:pt x="27" y="34"/>
                  </a:cubicBezTo>
                  <a:cubicBezTo>
                    <a:pt x="31" y="34"/>
                    <a:pt x="34" y="31"/>
                    <a:pt x="34" y="2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1" y="0"/>
                    <a:pt x="2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1"/>
                    <a:pt x="3" y="34"/>
                    <a:pt x="7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79">
              <a:extLst>
                <a:ext uri="{FF2B5EF4-FFF2-40B4-BE49-F238E27FC236}">
                  <a16:creationId xmlns:a16="http://schemas.microsoft.com/office/drawing/2014/main" id="{72D44DC7-0AF2-4E86-8C1F-12E7C66FA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3571876"/>
              <a:ext cx="150813" cy="147638"/>
            </a:xfrm>
            <a:custGeom>
              <a:avLst/>
              <a:gdLst>
                <a:gd name="T0" fmla="*/ 38 w 48"/>
                <a:gd name="T1" fmla="*/ 0 h 47"/>
                <a:gd name="T2" fmla="*/ 10 w 48"/>
                <a:gd name="T3" fmla="*/ 0 h 47"/>
                <a:gd name="T4" fmla="*/ 0 w 48"/>
                <a:gd name="T5" fmla="*/ 10 h 47"/>
                <a:gd name="T6" fmla="*/ 0 w 48"/>
                <a:gd name="T7" fmla="*/ 37 h 47"/>
                <a:gd name="T8" fmla="*/ 10 w 48"/>
                <a:gd name="T9" fmla="*/ 47 h 47"/>
                <a:gd name="T10" fmla="*/ 38 w 48"/>
                <a:gd name="T11" fmla="*/ 47 h 47"/>
                <a:gd name="T12" fmla="*/ 48 w 48"/>
                <a:gd name="T13" fmla="*/ 37 h 47"/>
                <a:gd name="T14" fmla="*/ 48 w 48"/>
                <a:gd name="T15" fmla="*/ 10 h 47"/>
                <a:gd name="T16" fmla="*/ 38 w 48"/>
                <a:gd name="T1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47">
                  <a:moveTo>
                    <a:pt x="3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3"/>
                    <a:pt x="4" y="47"/>
                    <a:pt x="10" y="47"/>
                  </a:cubicBezTo>
                  <a:cubicBezTo>
                    <a:pt x="38" y="47"/>
                    <a:pt x="38" y="47"/>
                    <a:pt x="38" y="47"/>
                  </a:cubicBezTo>
                  <a:cubicBezTo>
                    <a:pt x="43" y="47"/>
                    <a:pt x="48" y="43"/>
                    <a:pt x="48" y="37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4"/>
                    <a:pt x="43" y="0"/>
                    <a:pt x="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80">
              <a:extLst>
                <a:ext uri="{FF2B5EF4-FFF2-40B4-BE49-F238E27FC236}">
                  <a16:creationId xmlns:a16="http://schemas.microsoft.com/office/drawing/2014/main" id="{3E15D0D1-71AA-4400-A59E-CC894D863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5101" y="3208338"/>
              <a:ext cx="74613" cy="76200"/>
            </a:xfrm>
            <a:custGeom>
              <a:avLst/>
              <a:gdLst>
                <a:gd name="T0" fmla="*/ 5 w 24"/>
                <a:gd name="T1" fmla="*/ 24 h 24"/>
                <a:gd name="T2" fmla="*/ 19 w 24"/>
                <a:gd name="T3" fmla="*/ 24 h 24"/>
                <a:gd name="T4" fmla="*/ 24 w 24"/>
                <a:gd name="T5" fmla="*/ 19 h 24"/>
                <a:gd name="T6" fmla="*/ 24 w 24"/>
                <a:gd name="T7" fmla="*/ 5 h 24"/>
                <a:gd name="T8" fmla="*/ 19 w 24"/>
                <a:gd name="T9" fmla="*/ 0 h 24"/>
                <a:gd name="T10" fmla="*/ 5 w 24"/>
                <a:gd name="T11" fmla="*/ 0 h 24"/>
                <a:gd name="T12" fmla="*/ 0 w 24"/>
                <a:gd name="T13" fmla="*/ 5 h 24"/>
                <a:gd name="T14" fmla="*/ 0 w 24"/>
                <a:gd name="T15" fmla="*/ 19 h 24"/>
                <a:gd name="T16" fmla="*/ 5 w 24"/>
                <a:gd name="T1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5" y="24"/>
                  </a:moveTo>
                  <a:cubicBezTo>
                    <a:pt x="19" y="24"/>
                    <a:pt x="19" y="24"/>
                    <a:pt x="19" y="24"/>
                  </a:cubicBezTo>
                  <a:cubicBezTo>
                    <a:pt x="22" y="24"/>
                    <a:pt x="24" y="22"/>
                    <a:pt x="24" y="19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2"/>
                    <a:pt x="22" y="0"/>
                    <a:pt x="19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2"/>
                    <a:pt x="2" y="24"/>
                    <a:pt x="5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81">
              <a:extLst>
                <a:ext uri="{FF2B5EF4-FFF2-40B4-BE49-F238E27FC236}">
                  <a16:creationId xmlns:a16="http://schemas.microsoft.com/office/drawing/2014/main" id="{03D3BFAE-FCC9-4A8E-9554-A3D0B7168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5101" y="3636963"/>
              <a:ext cx="74613" cy="76200"/>
            </a:xfrm>
            <a:custGeom>
              <a:avLst/>
              <a:gdLst>
                <a:gd name="T0" fmla="*/ 19 w 24"/>
                <a:gd name="T1" fmla="*/ 0 h 24"/>
                <a:gd name="T2" fmla="*/ 5 w 24"/>
                <a:gd name="T3" fmla="*/ 0 h 24"/>
                <a:gd name="T4" fmla="*/ 0 w 24"/>
                <a:gd name="T5" fmla="*/ 5 h 24"/>
                <a:gd name="T6" fmla="*/ 0 w 24"/>
                <a:gd name="T7" fmla="*/ 19 h 24"/>
                <a:gd name="T8" fmla="*/ 5 w 24"/>
                <a:gd name="T9" fmla="*/ 24 h 24"/>
                <a:gd name="T10" fmla="*/ 19 w 24"/>
                <a:gd name="T11" fmla="*/ 24 h 24"/>
                <a:gd name="T12" fmla="*/ 24 w 24"/>
                <a:gd name="T13" fmla="*/ 19 h 24"/>
                <a:gd name="T14" fmla="*/ 24 w 24"/>
                <a:gd name="T15" fmla="*/ 5 h 24"/>
                <a:gd name="T16" fmla="*/ 19 w 24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9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2"/>
                    <a:pt x="2" y="24"/>
                    <a:pt x="5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22" y="24"/>
                    <a:pt x="24" y="22"/>
                    <a:pt x="24" y="19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2"/>
                    <a:pt x="22" y="0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82">
              <a:extLst>
                <a:ext uri="{FF2B5EF4-FFF2-40B4-BE49-F238E27FC236}">
                  <a16:creationId xmlns:a16="http://schemas.microsoft.com/office/drawing/2014/main" id="{84EB0C87-D00B-49B9-B9A3-8E9CB5C89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2926" y="3201988"/>
              <a:ext cx="79375" cy="79375"/>
            </a:xfrm>
            <a:custGeom>
              <a:avLst/>
              <a:gdLst>
                <a:gd name="T0" fmla="*/ 5 w 25"/>
                <a:gd name="T1" fmla="*/ 25 h 25"/>
                <a:gd name="T2" fmla="*/ 20 w 25"/>
                <a:gd name="T3" fmla="*/ 25 h 25"/>
                <a:gd name="T4" fmla="*/ 25 w 25"/>
                <a:gd name="T5" fmla="*/ 20 h 25"/>
                <a:gd name="T6" fmla="*/ 25 w 25"/>
                <a:gd name="T7" fmla="*/ 6 h 25"/>
                <a:gd name="T8" fmla="*/ 20 w 25"/>
                <a:gd name="T9" fmla="*/ 0 h 25"/>
                <a:gd name="T10" fmla="*/ 5 w 25"/>
                <a:gd name="T11" fmla="*/ 0 h 25"/>
                <a:gd name="T12" fmla="*/ 0 w 25"/>
                <a:gd name="T13" fmla="*/ 6 h 25"/>
                <a:gd name="T14" fmla="*/ 0 w 25"/>
                <a:gd name="T15" fmla="*/ 20 h 25"/>
                <a:gd name="T16" fmla="*/ 5 w 25"/>
                <a:gd name="T17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5">
                  <a:moveTo>
                    <a:pt x="5" y="25"/>
                  </a:moveTo>
                  <a:cubicBezTo>
                    <a:pt x="20" y="25"/>
                    <a:pt x="20" y="25"/>
                    <a:pt x="20" y="25"/>
                  </a:cubicBezTo>
                  <a:cubicBezTo>
                    <a:pt x="22" y="25"/>
                    <a:pt x="25" y="23"/>
                    <a:pt x="25" y="20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5" y="3"/>
                    <a:pt x="22" y="0"/>
                    <a:pt x="2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3"/>
                    <a:pt x="3" y="25"/>
                    <a:pt x="5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83">
              <a:extLst>
                <a:ext uri="{FF2B5EF4-FFF2-40B4-BE49-F238E27FC236}">
                  <a16:creationId xmlns:a16="http://schemas.microsoft.com/office/drawing/2014/main" id="{F8AFE080-6B3F-48E0-AF8E-F554A6EA9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3113" y="3751263"/>
              <a:ext cx="44450" cy="44450"/>
            </a:xfrm>
            <a:custGeom>
              <a:avLst/>
              <a:gdLst>
                <a:gd name="T0" fmla="*/ 12 w 14"/>
                <a:gd name="T1" fmla="*/ 0 h 14"/>
                <a:gd name="T2" fmla="*/ 3 w 14"/>
                <a:gd name="T3" fmla="*/ 0 h 14"/>
                <a:gd name="T4" fmla="*/ 0 w 14"/>
                <a:gd name="T5" fmla="*/ 3 h 14"/>
                <a:gd name="T6" fmla="*/ 0 w 14"/>
                <a:gd name="T7" fmla="*/ 11 h 14"/>
                <a:gd name="T8" fmla="*/ 3 w 14"/>
                <a:gd name="T9" fmla="*/ 14 h 14"/>
                <a:gd name="T10" fmla="*/ 12 w 14"/>
                <a:gd name="T11" fmla="*/ 14 h 14"/>
                <a:gd name="T12" fmla="*/ 14 w 14"/>
                <a:gd name="T13" fmla="*/ 11 h 14"/>
                <a:gd name="T14" fmla="*/ 14 w 14"/>
                <a:gd name="T15" fmla="*/ 3 h 14"/>
                <a:gd name="T16" fmla="*/ 12 w 14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14">
                  <a:moveTo>
                    <a:pt x="12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2" y="14"/>
                    <a:pt x="3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4" y="11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1"/>
                    <a:pt x="13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84">
              <a:extLst>
                <a:ext uri="{FF2B5EF4-FFF2-40B4-BE49-F238E27FC236}">
                  <a16:creationId xmlns:a16="http://schemas.microsoft.com/office/drawing/2014/main" id="{FB85B66D-E17F-4370-803E-9A7068E83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6388" y="3700463"/>
              <a:ext cx="44450" cy="44450"/>
            </a:xfrm>
            <a:custGeom>
              <a:avLst/>
              <a:gdLst>
                <a:gd name="T0" fmla="*/ 12 w 14"/>
                <a:gd name="T1" fmla="*/ 0 h 14"/>
                <a:gd name="T2" fmla="*/ 3 w 14"/>
                <a:gd name="T3" fmla="*/ 0 h 14"/>
                <a:gd name="T4" fmla="*/ 0 w 14"/>
                <a:gd name="T5" fmla="*/ 3 h 14"/>
                <a:gd name="T6" fmla="*/ 0 w 14"/>
                <a:gd name="T7" fmla="*/ 11 h 14"/>
                <a:gd name="T8" fmla="*/ 3 w 14"/>
                <a:gd name="T9" fmla="*/ 14 h 14"/>
                <a:gd name="T10" fmla="*/ 12 w 14"/>
                <a:gd name="T11" fmla="*/ 14 h 14"/>
                <a:gd name="T12" fmla="*/ 14 w 14"/>
                <a:gd name="T13" fmla="*/ 11 h 14"/>
                <a:gd name="T14" fmla="*/ 14 w 14"/>
                <a:gd name="T15" fmla="*/ 3 h 14"/>
                <a:gd name="T16" fmla="*/ 12 w 14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14">
                  <a:moveTo>
                    <a:pt x="12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2" y="14"/>
                    <a:pt x="3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4" y="11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1"/>
                    <a:pt x="13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67" name="타원 166">
            <a:extLst>
              <a:ext uri="{FF2B5EF4-FFF2-40B4-BE49-F238E27FC236}">
                <a16:creationId xmlns:a16="http://schemas.microsoft.com/office/drawing/2014/main" id="{01F99FE7-CC82-4091-866F-8132383F0FC5}"/>
              </a:ext>
            </a:extLst>
          </p:cNvPr>
          <p:cNvSpPr/>
          <p:nvPr/>
        </p:nvSpPr>
        <p:spPr>
          <a:xfrm>
            <a:off x="5824078" y="4869841"/>
            <a:ext cx="103467" cy="107085"/>
          </a:xfrm>
          <a:prstGeom prst="ellipse">
            <a:avLst/>
          </a:prstGeom>
          <a:solidFill>
            <a:srgbClr val="6AB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94346E99-2C69-403E-B034-E53D7E79BD28}"/>
              </a:ext>
            </a:extLst>
          </p:cNvPr>
          <p:cNvGrpSpPr/>
          <p:nvPr/>
        </p:nvGrpSpPr>
        <p:grpSpPr>
          <a:xfrm>
            <a:off x="5630795" y="4052037"/>
            <a:ext cx="223925" cy="211481"/>
            <a:chOff x="7693026" y="1433513"/>
            <a:chExt cx="581026" cy="581025"/>
          </a:xfrm>
        </p:grpSpPr>
        <p:sp>
          <p:nvSpPr>
            <p:cNvPr id="112" name="Rectangle 62">
              <a:extLst>
                <a:ext uri="{FF2B5EF4-FFF2-40B4-BE49-F238E27FC236}">
                  <a16:creationId xmlns:a16="http://schemas.microsoft.com/office/drawing/2014/main" id="{F1A54C33-AB1B-4C3A-B92C-4F5724A7E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0826" y="1620838"/>
              <a:ext cx="220663" cy="204788"/>
            </a:xfrm>
            <a:prstGeom prst="rect">
              <a:avLst/>
            </a:prstGeom>
            <a:noFill/>
            <a:ln w="23813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Line 63">
              <a:extLst>
                <a:ext uri="{FF2B5EF4-FFF2-40B4-BE49-F238E27FC236}">
                  <a16:creationId xmlns:a16="http://schemas.microsoft.com/office/drawing/2014/main" id="{86BAA6E9-DCC1-467B-89C6-7DFB1A915C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77176" y="1433513"/>
              <a:ext cx="0" cy="111125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Line 64">
              <a:extLst>
                <a:ext uri="{FF2B5EF4-FFF2-40B4-BE49-F238E27FC236}">
                  <a16:creationId xmlns:a16="http://schemas.microsoft.com/office/drawing/2014/main" id="{90481A5E-398B-4ACE-9EF0-93B524F78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3539" y="1433513"/>
              <a:ext cx="0" cy="111125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Line 65">
              <a:extLst>
                <a:ext uri="{FF2B5EF4-FFF2-40B4-BE49-F238E27FC236}">
                  <a16:creationId xmlns:a16="http://schemas.microsoft.com/office/drawing/2014/main" id="{F3CFD140-1E29-4218-867F-03441B5650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1489" y="1433513"/>
              <a:ext cx="0" cy="111125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Line 66">
              <a:extLst>
                <a:ext uri="{FF2B5EF4-FFF2-40B4-BE49-F238E27FC236}">
                  <a16:creationId xmlns:a16="http://schemas.microsoft.com/office/drawing/2014/main" id="{4BE09BED-7150-4468-94B8-38C95306D4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77176" y="1901825"/>
              <a:ext cx="0" cy="112713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Line 67">
              <a:extLst>
                <a:ext uri="{FF2B5EF4-FFF2-40B4-BE49-F238E27FC236}">
                  <a16:creationId xmlns:a16="http://schemas.microsoft.com/office/drawing/2014/main" id="{7A031B9C-1512-4A6C-A4E9-BEF5A2203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3539" y="1901825"/>
              <a:ext cx="0" cy="112713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Line 68">
              <a:extLst>
                <a:ext uri="{FF2B5EF4-FFF2-40B4-BE49-F238E27FC236}">
                  <a16:creationId xmlns:a16="http://schemas.microsoft.com/office/drawing/2014/main" id="{11A0A608-08A9-48BA-A5EA-25EDD5BD3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1489" y="1901825"/>
              <a:ext cx="0" cy="112713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Line 69">
              <a:extLst>
                <a:ext uri="{FF2B5EF4-FFF2-40B4-BE49-F238E27FC236}">
                  <a16:creationId xmlns:a16="http://schemas.microsoft.com/office/drawing/2014/main" id="{35252CCF-0D79-4CF5-8025-DECC54AF03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1339" y="1617663"/>
              <a:ext cx="112713" cy="0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Line 70">
              <a:extLst>
                <a:ext uri="{FF2B5EF4-FFF2-40B4-BE49-F238E27FC236}">
                  <a16:creationId xmlns:a16="http://schemas.microsoft.com/office/drawing/2014/main" id="{090A9330-7EE9-46FB-A669-4C574B42AD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1339" y="1724025"/>
              <a:ext cx="112713" cy="0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Line 71">
              <a:extLst>
                <a:ext uri="{FF2B5EF4-FFF2-40B4-BE49-F238E27FC236}">
                  <a16:creationId xmlns:a16="http://schemas.microsoft.com/office/drawing/2014/main" id="{37DD7FEE-223D-47A9-BDEA-7CED4FEE5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1339" y="1828800"/>
              <a:ext cx="112713" cy="0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Line 72">
              <a:extLst>
                <a:ext uri="{FF2B5EF4-FFF2-40B4-BE49-F238E27FC236}">
                  <a16:creationId xmlns:a16="http://schemas.microsoft.com/office/drawing/2014/main" id="{C8B4C28A-137D-4086-A887-3A60E987DC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93026" y="1617663"/>
              <a:ext cx="111125" cy="0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Line 73">
              <a:extLst>
                <a:ext uri="{FF2B5EF4-FFF2-40B4-BE49-F238E27FC236}">
                  <a16:creationId xmlns:a16="http://schemas.microsoft.com/office/drawing/2014/main" id="{CF1E1BD8-449B-4A52-8954-3025FCF712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93026" y="1724025"/>
              <a:ext cx="111125" cy="0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Line 74">
              <a:extLst>
                <a:ext uri="{FF2B5EF4-FFF2-40B4-BE49-F238E27FC236}">
                  <a16:creationId xmlns:a16="http://schemas.microsoft.com/office/drawing/2014/main" id="{7DE7628D-EA97-499D-8567-52EBE9BBC1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93026" y="1828800"/>
              <a:ext cx="111125" cy="0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2724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그룹 60">
            <a:extLst>
              <a:ext uri="{FF2B5EF4-FFF2-40B4-BE49-F238E27FC236}">
                <a16:creationId xmlns:a16="http://schemas.microsoft.com/office/drawing/2014/main" id="{B2A4CE7A-0898-4A55-8D7D-4292D6AB8AC8}"/>
              </a:ext>
            </a:extLst>
          </p:cNvPr>
          <p:cNvGrpSpPr/>
          <p:nvPr/>
        </p:nvGrpSpPr>
        <p:grpSpPr>
          <a:xfrm>
            <a:off x="0" y="-282706"/>
            <a:ext cx="12188134" cy="7140706"/>
            <a:chOff x="0" y="-282706"/>
            <a:chExt cx="12188134" cy="7140706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9C2FB625-C6C6-4E50-952F-A1C6007ED2A4}"/>
                </a:ext>
              </a:extLst>
            </p:cNvPr>
            <p:cNvGrpSpPr/>
            <p:nvPr/>
          </p:nvGrpSpPr>
          <p:grpSpPr>
            <a:xfrm>
              <a:off x="0" y="-282706"/>
              <a:ext cx="12188134" cy="7140706"/>
              <a:chOff x="0" y="-282706"/>
              <a:chExt cx="12188134" cy="7140706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5C98526D-814D-4866-8183-4377790250F5}"/>
                  </a:ext>
                </a:extLst>
              </p:cNvPr>
              <p:cNvGrpSpPr/>
              <p:nvPr/>
            </p:nvGrpSpPr>
            <p:grpSpPr>
              <a:xfrm>
                <a:off x="11583229" y="-282706"/>
                <a:ext cx="604905" cy="6060974"/>
                <a:chOff x="11583229" y="-282706"/>
                <a:chExt cx="604905" cy="6060974"/>
              </a:xfrm>
            </p:grpSpPr>
            <p:pic>
              <p:nvPicPr>
                <p:cNvPr id="66" name="그림 65">
                  <a:extLst>
                    <a:ext uri="{FF2B5EF4-FFF2-40B4-BE49-F238E27FC236}">
                      <a16:creationId xmlns:a16="http://schemas.microsoft.com/office/drawing/2014/main" id="{C6F50096-42BF-4C28-8732-0441171D09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67" name="그림 66">
                  <a:extLst>
                    <a:ext uri="{FF2B5EF4-FFF2-40B4-BE49-F238E27FC236}">
                      <a16:creationId xmlns:a16="http://schemas.microsoft.com/office/drawing/2014/main" id="{02C86A61-5A9E-4887-AE64-4F838181A4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68" name="그림 67">
                  <a:extLst>
                    <a:ext uri="{FF2B5EF4-FFF2-40B4-BE49-F238E27FC236}">
                      <a16:creationId xmlns:a16="http://schemas.microsoft.com/office/drawing/2014/main" id="{B6BA48D2-000F-4733-A33A-4E5775FCE0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3229" y="1495928"/>
                  <a:ext cx="461641" cy="3524236"/>
                </a:xfrm>
                <a:prstGeom prst="rect">
                  <a:avLst/>
                </a:prstGeom>
              </p:spPr>
            </p:pic>
            <p:pic>
              <p:nvPicPr>
                <p:cNvPr id="69" name="그림 68">
                  <a:extLst>
                    <a:ext uri="{FF2B5EF4-FFF2-40B4-BE49-F238E27FC236}">
                      <a16:creationId xmlns:a16="http://schemas.microsoft.com/office/drawing/2014/main" id="{EF4016FB-865C-4B9F-BFB3-16410A31C6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6995" y="737824"/>
                  <a:ext cx="451139" cy="3429468"/>
                </a:xfrm>
                <a:prstGeom prst="rect">
                  <a:avLst/>
                </a:prstGeom>
              </p:spPr>
            </p:pic>
          </p:grpSp>
          <p:pic>
            <p:nvPicPr>
              <p:cNvPr id="65" name="그림 64" descr="광장이(가) 표시된 사진&#10;&#10;자동 생성된 설명">
                <a:extLst>
                  <a:ext uri="{FF2B5EF4-FFF2-40B4-BE49-F238E27FC236}">
                    <a16:creationId xmlns:a16="http://schemas.microsoft.com/office/drawing/2014/main" id="{94806F31-8EFC-4163-981D-44636EBBF5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3717" cy="6858000"/>
              </a:xfrm>
              <a:prstGeom prst="rect">
                <a:avLst/>
              </a:prstGeom>
            </p:spPr>
          </p:pic>
        </p:grpSp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452ADCCF-DB2B-44A0-9371-B77365D7D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altLang="ko-KR" sz="3330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Business Partner</a:t>
            </a:r>
          </a:p>
          <a:p>
            <a:pPr algn="just"/>
            <a:r>
              <a:rPr lang="en-US" altLang="ko-KR" sz="2500" dirty="0">
                <a:solidFill>
                  <a:srgbClr val="7BB6B4"/>
                </a:solidFill>
                <a:latin typeface="에스코어 드림 7 ExtraBold" pitchFamily="34" charset="0"/>
                <a:cs typeface="에스코어 드림 7 ExtraBold" pitchFamily="34" charset="0"/>
              </a:rPr>
              <a:t>&gt; Market Info</a:t>
            </a:r>
            <a:endParaRPr lang="en-US" altLang="ko-KR" sz="2500" dirty="0">
              <a:solidFill>
                <a:srgbClr val="7BB6B4"/>
              </a:solidFill>
            </a:endParaRP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sz="1200" dirty="0"/>
          </a:p>
        </p:txBody>
      </p:sp>
      <p:sp>
        <p:nvSpPr>
          <p:cNvPr id="39" name="Object 44">
            <a:extLst>
              <a:ext uri="{FF2B5EF4-FFF2-40B4-BE49-F238E27FC236}">
                <a16:creationId xmlns:a16="http://schemas.microsoft.com/office/drawing/2014/main" id="{107C80B7-3432-4178-BFF9-567462D8F168}"/>
              </a:ext>
            </a:extLst>
          </p:cNvPr>
          <p:cNvSpPr txBox="1"/>
          <p:nvPr/>
        </p:nvSpPr>
        <p:spPr>
          <a:xfrm>
            <a:off x="775714" y="4893027"/>
            <a:ext cx="8215301" cy="335229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1467" kern="0" spc="-67" dirty="0">
                <a:solidFill>
                  <a:srgbClr val="7BB6B4"/>
                </a:solidFill>
                <a:latin typeface="에스코어 드림 5 Medium" pitchFamily="34" charset="0"/>
                <a:cs typeface="에스코어 드림 5 Medium" pitchFamily="34" charset="0"/>
              </a:rPr>
              <a:t>국내 증시와 더불어 글로벌 증시에 대한 다양한 정보 분석 서비스를 제공</a:t>
            </a:r>
            <a:endParaRPr lang="en-US" sz="1200" dirty="0">
              <a:solidFill>
                <a:srgbClr val="7BB6B4"/>
              </a:solidFill>
            </a:endParaRPr>
          </a:p>
        </p:txBody>
      </p:sp>
      <p:sp>
        <p:nvSpPr>
          <p:cNvPr id="40" name="Object 45">
            <a:extLst>
              <a:ext uri="{FF2B5EF4-FFF2-40B4-BE49-F238E27FC236}">
                <a16:creationId xmlns:a16="http://schemas.microsoft.com/office/drawing/2014/main" id="{E3BBA447-C926-4047-B4D1-7ABFDFDF1D12}"/>
              </a:ext>
            </a:extLst>
          </p:cNvPr>
          <p:cNvSpPr txBox="1"/>
          <p:nvPr/>
        </p:nvSpPr>
        <p:spPr>
          <a:xfrm>
            <a:off x="746333" y="5224010"/>
            <a:ext cx="6962482" cy="618798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1067" kern="0" spc="-67" dirty="0">
                <a:solidFill>
                  <a:srgbClr val="494949"/>
                </a:solidFill>
                <a:latin typeface="에스코어 드림 3 Light" pitchFamily="34" charset="0"/>
                <a:cs typeface="에스코어 드림 3 Light" pitchFamily="34" charset="0"/>
              </a:rPr>
              <a:t> 주식의 하락장이 지속되면서 저가매수 기회를 잡기 위해 신규로 증권계좌를 개설하거나 휴면 계좌를 활성화하는 투자자가 늘고 있는 추세라 기존에 비해 지속적으로 증가</a:t>
            </a:r>
            <a:endParaRPr lang="en-US" sz="1200" dirty="0"/>
          </a:p>
        </p:txBody>
      </p:sp>
      <p:grpSp>
        <p:nvGrpSpPr>
          <p:cNvPr id="41" name="그룹 1014">
            <a:extLst>
              <a:ext uri="{FF2B5EF4-FFF2-40B4-BE49-F238E27FC236}">
                <a16:creationId xmlns:a16="http://schemas.microsoft.com/office/drawing/2014/main" id="{FFCB8A9F-9CE9-4A0F-BDBD-59362F8A5E02}"/>
              </a:ext>
            </a:extLst>
          </p:cNvPr>
          <p:cNvGrpSpPr/>
          <p:nvPr/>
        </p:nvGrpSpPr>
        <p:grpSpPr>
          <a:xfrm>
            <a:off x="869700" y="2480821"/>
            <a:ext cx="4114286" cy="2314286"/>
            <a:chOff x="1522781" y="3547845"/>
            <a:chExt cx="6171429" cy="3471429"/>
          </a:xfrm>
        </p:grpSpPr>
        <p:pic>
          <p:nvPicPr>
            <p:cNvPr id="42" name="Object 46">
              <a:extLst>
                <a:ext uri="{FF2B5EF4-FFF2-40B4-BE49-F238E27FC236}">
                  <a16:creationId xmlns:a16="http://schemas.microsoft.com/office/drawing/2014/main" id="{356135A7-9A9D-4048-8C9D-878249C32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2781" y="3547845"/>
              <a:ext cx="6171429" cy="3471429"/>
            </a:xfrm>
            <a:prstGeom prst="rect">
              <a:avLst/>
            </a:prstGeom>
          </p:spPr>
        </p:pic>
      </p:grpSp>
      <p:grpSp>
        <p:nvGrpSpPr>
          <p:cNvPr id="75" name="그룹 1005">
            <a:extLst>
              <a:ext uri="{FF2B5EF4-FFF2-40B4-BE49-F238E27FC236}">
                <a16:creationId xmlns:a16="http://schemas.microsoft.com/office/drawing/2014/main" id="{F9942B3F-B111-401A-A3DD-2097C0AEFE8A}"/>
              </a:ext>
            </a:extLst>
          </p:cNvPr>
          <p:cNvGrpSpPr/>
          <p:nvPr/>
        </p:nvGrpSpPr>
        <p:grpSpPr>
          <a:xfrm>
            <a:off x="4853872" y="1067675"/>
            <a:ext cx="6044081" cy="3074967"/>
            <a:chOff x="8162368" y="1640663"/>
            <a:chExt cx="9066122" cy="4612450"/>
          </a:xfrm>
        </p:grpSpPr>
        <p:pic>
          <p:nvPicPr>
            <p:cNvPr id="92" name="Object 17">
              <a:extLst>
                <a:ext uri="{FF2B5EF4-FFF2-40B4-BE49-F238E27FC236}">
                  <a16:creationId xmlns:a16="http://schemas.microsoft.com/office/drawing/2014/main" id="{4F634BB1-CAEB-4AFB-BB7B-33343014C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62368" y="1640663"/>
              <a:ext cx="9066122" cy="4612450"/>
            </a:xfrm>
            <a:prstGeom prst="rect">
              <a:avLst/>
            </a:prstGeom>
          </p:spPr>
        </p:pic>
      </p:grpSp>
      <p:grpSp>
        <p:nvGrpSpPr>
          <p:cNvPr id="12" name="그래픽 9" descr="비즈니스 성장 단색으로 채워진">
            <a:extLst>
              <a:ext uri="{FF2B5EF4-FFF2-40B4-BE49-F238E27FC236}">
                <a16:creationId xmlns:a16="http://schemas.microsoft.com/office/drawing/2014/main" id="{64A2A52C-2AD9-44A5-BA98-5FD6E049BD96}"/>
              </a:ext>
            </a:extLst>
          </p:cNvPr>
          <p:cNvGrpSpPr/>
          <p:nvPr/>
        </p:nvGrpSpPr>
        <p:grpSpPr>
          <a:xfrm>
            <a:off x="8032972" y="4374702"/>
            <a:ext cx="1707357" cy="1361570"/>
            <a:chOff x="8178972" y="4214132"/>
            <a:chExt cx="1707357" cy="1361570"/>
          </a:xfrm>
        </p:grpSpPr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44F52DB3-9736-44B3-A8BB-59E4DB64176C}"/>
                </a:ext>
              </a:extLst>
            </p:cNvPr>
            <p:cNvSpPr/>
            <p:nvPr/>
          </p:nvSpPr>
          <p:spPr>
            <a:xfrm>
              <a:off x="8366948" y="4214132"/>
              <a:ext cx="269107" cy="252657"/>
            </a:xfrm>
            <a:custGeom>
              <a:avLst/>
              <a:gdLst>
                <a:gd name="connsiteX0" fmla="*/ 269108 w 269107"/>
                <a:gd name="connsiteY0" fmla="*/ 126329 h 252657"/>
                <a:gd name="connsiteX1" fmla="*/ 134554 w 269107"/>
                <a:gd name="connsiteY1" fmla="*/ 252657 h 252657"/>
                <a:gd name="connsiteX2" fmla="*/ 0 w 269107"/>
                <a:gd name="connsiteY2" fmla="*/ 126329 h 252657"/>
                <a:gd name="connsiteX3" fmla="*/ 134554 w 269107"/>
                <a:gd name="connsiteY3" fmla="*/ 0 h 252657"/>
                <a:gd name="connsiteX4" fmla="*/ 269108 w 269107"/>
                <a:gd name="connsiteY4" fmla="*/ 126329 h 25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107" h="252657">
                  <a:moveTo>
                    <a:pt x="269108" y="126329"/>
                  </a:moveTo>
                  <a:cubicBezTo>
                    <a:pt x="269108" y="196098"/>
                    <a:pt x="208866" y="252657"/>
                    <a:pt x="134554" y="252657"/>
                  </a:cubicBezTo>
                  <a:cubicBezTo>
                    <a:pt x="60242" y="252657"/>
                    <a:pt x="0" y="196098"/>
                    <a:pt x="0" y="126329"/>
                  </a:cubicBezTo>
                  <a:cubicBezTo>
                    <a:pt x="0" y="56559"/>
                    <a:pt x="60242" y="0"/>
                    <a:pt x="134554" y="0"/>
                  </a:cubicBezTo>
                  <a:cubicBezTo>
                    <a:pt x="208866" y="0"/>
                    <a:pt x="269108" y="56559"/>
                    <a:pt x="269108" y="12632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68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6F8A89E1-E596-40EB-9B80-D4E6EF117536}"/>
                </a:ext>
              </a:extLst>
            </p:cNvPr>
            <p:cNvSpPr/>
            <p:nvPr/>
          </p:nvSpPr>
          <p:spPr>
            <a:xfrm>
              <a:off x="8178972" y="4492062"/>
              <a:ext cx="1707357" cy="1083640"/>
            </a:xfrm>
            <a:custGeom>
              <a:avLst/>
              <a:gdLst>
                <a:gd name="connsiteX0" fmla="*/ 1618821 w 1707357"/>
                <a:gd name="connsiteY0" fmla="*/ 497981 h 1083640"/>
                <a:gd name="connsiteX1" fmla="*/ 1645732 w 1707357"/>
                <a:gd name="connsiteY1" fmla="*/ 472715 h 1083640"/>
                <a:gd name="connsiteX2" fmla="*/ 1707358 w 1707357"/>
                <a:gd name="connsiteY2" fmla="*/ 414857 h 1083640"/>
                <a:gd name="connsiteX3" fmla="*/ 1632546 w 1707357"/>
                <a:gd name="connsiteY3" fmla="*/ 99035 h 1083640"/>
                <a:gd name="connsiteX4" fmla="*/ 1614246 w 1707357"/>
                <a:gd name="connsiteY4" fmla="*/ 70738 h 1083640"/>
                <a:gd name="connsiteX5" fmla="*/ 1506603 w 1707357"/>
                <a:gd name="connsiteY5" fmla="*/ 16922 h 1083640"/>
                <a:gd name="connsiteX6" fmla="*/ 1289703 w 1707357"/>
                <a:gd name="connsiteY6" fmla="*/ 16922 h 1083640"/>
                <a:gd name="connsiteX7" fmla="*/ 1182059 w 1707357"/>
                <a:gd name="connsiteY7" fmla="*/ 70738 h 1083640"/>
                <a:gd name="connsiteX8" fmla="*/ 1163760 w 1707357"/>
                <a:gd name="connsiteY8" fmla="*/ 99035 h 1083640"/>
                <a:gd name="connsiteX9" fmla="*/ 1129853 w 1707357"/>
                <a:gd name="connsiteY9" fmla="*/ 247092 h 1083640"/>
                <a:gd name="connsiteX10" fmla="*/ 1129853 w 1707357"/>
                <a:gd name="connsiteY10" fmla="*/ 247092 h 1083640"/>
                <a:gd name="connsiteX11" fmla="*/ 1094600 w 1707357"/>
                <a:gd name="connsiteY11" fmla="*/ 99035 h 1083640"/>
                <a:gd name="connsiteX12" fmla="*/ 1076031 w 1707357"/>
                <a:gd name="connsiteY12" fmla="*/ 70738 h 1083640"/>
                <a:gd name="connsiteX13" fmla="*/ 968388 w 1707357"/>
                <a:gd name="connsiteY13" fmla="*/ 16922 h 1083640"/>
                <a:gd name="connsiteX14" fmla="*/ 645459 w 1707357"/>
                <a:gd name="connsiteY14" fmla="*/ 70738 h 1083640"/>
                <a:gd name="connsiteX15" fmla="*/ 627160 w 1707357"/>
                <a:gd name="connsiteY15" fmla="*/ 99035 h 1083640"/>
                <a:gd name="connsiteX16" fmla="*/ 591637 w 1707357"/>
                <a:gd name="connsiteY16" fmla="*/ 242292 h 1083640"/>
                <a:gd name="connsiteX17" fmla="*/ 591637 w 1707357"/>
                <a:gd name="connsiteY17" fmla="*/ 242292 h 1083640"/>
                <a:gd name="connsiteX18" fmla="*/ 556653 w 1707357"/>
                <a:gd name="connsiteY18" fmla="*/ 99035 h 1083640"/>
                <a:gd name="connsiteX19" fmla="*/ 537816 w 1707357"/>
                <a:gd name="connsiteY19" fmla="*/ 70738 h 1083640"/>
                <a:gd name="connsiteX20" fmla="*/ 430173 w 1707357"/>
                <a:gd name="connsiteY20" fmla="*/ 16922 h 1083640"/>
                <a:gd name="connsiteX21" fmla="*/ 213272 w 1707357"/>
                <a:gd name="connsiteY21" fmla="*/ 16922 h 1083640"/>
                <a:gd name="connsiteX22" fmla="*/ 105629 w 1707357"/>
                <a:gd name="connsiteY22" fmla="*/ 70738 h 1083640"/>
                <a:gd name="connsiteX23" fmla="*/ 87330 w 1707357"/>
                <a:gd name="connsiteY23" fmla="*/ 99035 h 1083640"/>
                <a:gd name="connsiteX24" fmla="*/ 1753 w 1707357"/>
                <a:gd name="connsiteY24" fmla="*/ 465894 h 1083640"/>
                <a:gd name="connsiteX25" fmla="*/ 42375 w 1707357"/>
                <a:gd name="connsiteY25" fmla="*/ 530099 h 1083640"/>
                <a:gd name="connsiteX26" fmla="*/ 44542 w 1707357"/>
                <a:gd name="connsiteY26" fmla="*/ 530574 h 1083640"/>
                <a:gd name="connsiteX27" fmla="*/ 53422 w 1707357"/>
                <a:gd name="connsiteY27" fmla="*/ 530574 h 1083640"/>
                <a:gd name="connsiteX28" fmla="*/ 107244 w 1707357"/>
                <a:gd name="connsiteY28" fmla="*/ 490907 h 1083640"/>
                <a:gd name="connsiteX29" fmla="*/ 187976 w 1707357"/>
                <a:gd name="connsiteY29" fmla="*/ 151588 h 1083640"/>
                <a:gd name="connsiteX30" fmla="*/ 187976 w 1707357"/>
                <a:gd name="connsiteY30" fmla="*/ 151588 h 1083640"/>
                <a:gd name="connsiteX31" fmla="*/ 187976 w 1707357"/>
                <a:gd name="connsiteY31" fmla="*/ 330975 h 1083640"/>
                <a:gd name="connsiteX32" fmla="*/ 107244 w 1707357"/>
                <a:gd name="connsiteY32" fmla="*/ 707434 h 1083640"/>
                <a:gd name="connsiteX33" fmla="*/ 187976 w 1707357"/>
                <a:gd name="connsiteY33" fmla="*/ 707434 h 1083640"/>
                <a:gd name="connsiteX34" fmla="*/ 187976 w 1707357"/>
                <a:gd name="connsiteY34" fmla="*/ 1083640 h 1083640"/>
                <a:gd name="connsiteX35" fmla="*/ 295619 w 1707357"/>
                <a:gd name="connsiteY35" fmla="*/ 982577 h 1083640"/>
                <a:gd name="connsiteX36" fmla="*/ 295619 w 1707357"/>
                <a:gd name="connsiteY36" fmla="*/ 707434 h 1083640"/>
                <a:gd name="connsiteX37" fmla="*/ 349441 w 1707357"/>
                <a:gd name="connsiteY37" fmla="*/ 707434 h 1083640"/>
                <a:gd name="connsiteX38" fmla="*/ 349441 w 1707357"/>
                <a:gd name="connsiteY38" fmla="*/ 932046 h 1083640"/>
                <a:gd name="connsiteX39" fmla="*/ 457084 w 1707357"/>
                <a:gd name="connsiteY39" fmla="*/ 830983 h 1083640"/>
                <a:gd name="connsiteX40" fmla="*/ 457084 w 1707357"/>
                <a:gd name="connsiteY40" fmla="*/ 707434 h 1083640"/>
                <a:gd name="connsiteX41" fmla="*/ 537816 w 1707357"/>
                <a:gd name="connsiteY41" fmla="*/ 707434 h 1083640"/>
                <a:gd name="connsiteX42" fmla="*/ 457084 w 1707357"/>
                <a:gd name="connsiteY42" fmla="*/ 331227 h 1083640"/>
                <a:gd name="connsiteX43" fmla="*/ 457084 w 1707357"/>
                <a:gd name="connsiteY43" fmla="*/ 154367 h 1083640"/>
                <a:gd name="connsiteX44" fmla="*/ 457084 w 1707357"/>
                <a:gd name="connsiteY44" fmla="*/ 154367 h 1083640"/>
                <a:gd name="connsiteX45" fmla="*/ 537816 w 1707357"/>
                <a:gd name="connsiteY45" fmla="*/ 484337 h 1083640"/>
                <a:gd name="connsiteX46" fmla="*/ 591637 w 1707357"/>
                <a:gd name="connsiteY46" fmla="*/ 530574 h 1083640"/>
                <a:gd name="connsiteX47" fmla="*/ 591637 w 1707357"/>
                <a:gd name="connsiteY47" fmla="*/ 530574 h 1083640"/>
                <a:gd name="connsiteX48" fmla="*/ 643844 w 1707357"/>
                <a:gd name="connsiteY48" fmla="*/ 490907 h 1083640"/>
                <a:gd name="connsiteX49" fmla="*/ 645459 w 1707357"/>
                <a:gd name="connsiteY49" fmla="*/ 480042 h 1083640"/>
                <a:gd name="connsiteX50" fmla="*/ 724038 w 1707357"/>
                <a:gd name="connsiteY50" fmla="*/ 155883 h 1083640"/>
                <a:gd name="connsiteX51" fmla="*/ 724038 w 1707357"/>
                <a:gd name="connsiteY51" fmla="*/ 155883 h 1083640"/>
                <a:gd name="connsiteX52" fmla="*/ 724038 w 1707357"/>
                <a:gd name="connsiteY52" fmla="*/ 579589 h 1083640"/>
                <a:gd name="connsiteX53" fmla="*/ 783511 w 1707357"/>
                <a:gd name="connsiteY53" fmla="*/ 523499 h 1083640"/>
                <a:gd name="connsiteX54" fmla="*/ 935743 w 1707357"/>
                <a:gd name="connsiteY54" fmla="*/ 523421 h 1083640"/>
                <a:gd name="connsiteX55" fmla="*/ 935826 w 1707357"/>
                <a:gd name="connsiteY55" fmla="*/ 523499 h 1083640"/>
                <a:gd name="connsiteX56" fmla="*/ 995299 w 1707357"/>
                <a:gd name="connsiteY56" fmla="*/ 577315 h 1083640"/>
                <a:gd name="connsiteX57" fmla="*/ 995299 w 1707357"/>
                <a:gd name="connsiteY57" fmla="*/ 156136 h 1083640"/>
                <a:gd name="connsiteX58" fmla="*/ 995299 w 1707357"/>
                <a:gd name="connsiteY58" fmla="*/ 156136 h 1083640"/>
                <a:gd name="connsiteX59" fmla="*/ 1076031 w 1707357"/>
                <a:gd name="connsiteY59" fmla="*/ 491159 h 1083640"/>
                <a:gd name="connsiteX60" fmla="*/ 1129853 w 1707357"/>
                <a:gd name="connsiteY60" fmla="*/ 530574 h 1083640"/>
                <a:gd name="connsiteX61" fmla="*/ 1129853 w 1707357"/>
                <a:gd name="connsiteY61" fmla="*/ 530574 h 1083640"/>
                <a:gd name="connsiteX62" fmla="*/ 1182329 w 1707357"/>
                <a:gd name="connsiteY62" fmla="*/ 490907 h 1083640"/>
                <a:gd name="connsiteX63" fmla="*/ 1263061 w 1707357"/>
                <a:gd name="connsiteY63" fmla="*/ 155883 h 1083640"/>
                <a:gd name="connsiteX64" fmla="*/ 1263061 w 1707357"/>
                <a:gd name="connsiteY64" fmla="*/ 155883 h 1083640"/>
                <a:gd name="connsiteX65" fmla="*/ 1263061 w 1707357"/>
                <a:gd name="connsiteY65" fmla="*/ 830478 h 1083640"/>
                <a:gd name="connsiteX66" fmla="*/ 1263061 w 1707357"/>
                <a:gd name="connsiteY66" fmla="*/ 830478 h 1083640"/>
                <a:gd name="connsiteX67" fmla="*/ 1370704 w 1707357"/>
                <a:gd name="connsiteY67" fmla="*/ 729415 h 1083640"/>
                <a:gd name="connsiteX68" fmla="*/ 1370704 w 1707357"/>
                <a:gd name="connsiteY68" fmla="*/ 555840 h 1083640"/>
                <a:gd name="connsiteX69" fmla="*/ 1424525 w 1707357"/>
                <a:gd name="connsiteY69" fmla="*/ 555840 h 1083640"/>
                <a:gd name="connsiteX70" fmla="*/ 1424525 w 1707357"/>
                <a:gd name="connsiteY70" fmla="*/ 679894 h 1083640"/>
                <a:gd name="connsiteX71" fmla="*/ 1532169 w 1707357"/>
                <a:gd name="connsiteY71" fmla="*/ 578831 h 1083640"/>
                <a:gd name="connsiteX72" fmla="*/ 1532169 w 1707357"/>
                <a:gd name="connsiteY72" fmla="*/ 156136 h 1083640"/>
                <a:gd name="connsiteX73" fmla="*/ 1532169 w 1707357"/>
                <a:gd name="connsiteY73" fmla="*/ 156136 h 1083640"/>
                <a:gd name="connsiteX74" fmla="*/ 1616937 w 1707357"/>
                <a:gd name="connsiteY74" fmla="*/ 498234 h 1083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1707357" h="1083640">
                  <a:moveTo>
                    <a:pt x="1618821" y="497981"/>
                  </a:moveTo>
                  <a:lnTo>
                    <a:pt x="1645732" y="472715"/>
                  </a:lnTo>
                  <a:lnTo>
                    <a:pt x="1707358" y="414857"/>
                  </a:lnTo>
                  <a:lnTo>
                    <a:pt x="1632546" y="99035"/>
                  </a:lnTo>
                  <a:cubicBezTo>
                    <a:pt x="1630258" y="87848"/>
                    <a:pt x="1623762" y="77805"/>
                    <a:pt x="1614246" y="70738"/>
                  </a:cubicBezTo>
                  <a:cubicBezTo>
                    <a:pt x="1582015" y="46993"/>
                    <a:pt x="1545575" y="28776"/>
                    <a:pt x="1506603" y="16922"/>
                  </a:cubicBezTo>
                  <a:cubicBezTo>
                    <a:pt x="1436299" y="-5641"/>
                    <a:pt x="1360007" y="-5641"/>
                    <a:pt x="1289703" y="16922"/>
                  </a:cubicBezTo>
                  <a:cubicBezTo>
                    <a:pt x="1250741" y="28804"/>
                    <a:pt x="1214307" y="47021"/>
                    <a:pt x="1182059" y="70738"/>
                  </a:cubicBezTo>
                  <a:cubicBezTo>
                    <a:pt x="1172748" y="77974"/>
                    <a:pt x="1166303" y="87941"/>
                    <a:pt x="1163760" y="99035"/>
                  </a:cubicBezTo>
                  <a:lnTo>
                    <a:pt x="1129853" y="247092"/>
                  </a:lnTo>
                  <a:lnTo>
                    <a:pt x="1129853" y="247092"/>
                  </a:lnTo>
                  <a:lnTo>
                    <a:pt x="1094600" y="99035"/>
                  </a:lnTo>
                  <a:cubicBezTo>
                    <a:pt x="1092132" y="87853"/>
                    <a:pt x="1085560" y="77837"/>
                    <a:pt x="1076031" y="70738"/>
                  </a:cubicBezTo>
                  <a:cubicBezTo>
                    <a:pt x="1043800" y="46993"/>
                    <a:pt x="1007360" y="28776"/>
                    <a:pt x="968388" y="16922"/>
                  </a:cubicBezTo>
                  <a:cubicBezTo>
                    <a:pt x="857903" y="-16558"/>
                    <a:pt x="736923" y="3602"/>
                    <a:pt x="645459" y="70738"/>
                  </a:cubicBezTo>
                  <a:cubicBezTo>
                    <a:pt x="636148" y="77974"/>
                    <a:pt x="629703" y="87941"/>
                    <a:pt x="627160" y="99035"/>
                  </a:cubicBezTo>
                  <a:lnTo>
                    <a:pt x="591637" y="242292"/>
                  </a:lnTo>
                  <a:cubicBezTo>
                    <a:pt x="591637" y="242292"/>
                    <a:pt x="591637" y="242292"/>
                    <a:pt x="591637" y="242292"/>
                  </a:cubicBezTo>
                  <a:lnTo>
                    <a:pt x="556653" y="99035"/>
                  </a:lnTo>
                  <a:cubicBezTo>
                    <a:pt x="553968" y="87873"/>
                    <a:pt x="547326" y="77895"/>
                    <a:pt x="537816" y="70738"/>
                  </a:cubicBezTo>
                  <a:cubicBezTo>
                    <a:pt x="505569" y="47021"/>
                    <a:pt x="469134" y="28804"/>
                    <a:pt x="430173" y="16922"/>
                  </a:cubicBezTo>
                  <a:cubicBezTo>
                    <a:pt x="359868" y="-5641"/>
                    <a:pt x="283576" y="-5641"/>
                    <a:pt x="213272" y="16922"/>
                  </a:cubicBezTo>
                  <a:cubicBezTo>
                    <a:pt x="174335" y="28857"/>
                    <a:pt x="137911" y="47069"/>
                    <a:pt x="105629" y="70738"/>
                  </a:cubicBezTo>
                  <a:cubicBezTo>
                    <a:pt x="96318" y="77974"/>
                    <a:pt x="89872" y="87941"/>
                    <a:pt x="87330" y="99035"/>
                  </a:cubicBezTo>
                  <a:lnTo>
                    <a:pt x="1753" y="465894"/>
                  </a:lnTo>
                  <a:cubicBezTo>
                    <a:pt x="-5913" y="494156"/>
                    <a:pt x="12274" y="522901"/>
                    <a:pt x="42375" y="530099"/>
                  </a:cubicBezTo>
                  <a:cubicBezTo>
                    <a:pt x="43094" y="530271"/>
                    <a:pt x="43816" y="530430"/>
                    <a:pt x="44542" y="530574"/>
                  </a:cubicBezTo>
                  <a:cubicBezTo>
                    <a:pt x="47496" y="530824"/>
                    <a:pt x="50468" y="530824"/>
                    <a:pt x="53422" y="530574"/>
                  </a:cubicBezTo>
                  <a:cubicBezTo>
                    <a:pt x="79158" y="531137"/>
                    <a:pt x="101716" y="514512"/>
                    <a:pt x="107244" y="490907"/>
                  </a:cubicBezTo>
                  <a:lnTo>
                    <a:pt x="187976" y="151588"/>
                  </a:lnTo>
                  <a:lnTo>
                    <a:pt x="187976" y="151588"/>
                  </a:lnTo>
                  <a:lnTo>
                    <a:pt x="187976" y="330975"/>
                  </a:lnTo>
                  <a:lnTo>
                    <a:pt x="107244" y="707434"/>
                  </a:lnTo>
                  <a:lnTo>
                    <a:pt x="187976" y="707434"/>
                  </a:lnTo>
                  <a:lnTo>
                    <a:pt x="187976" y="1083640"/>
                  </a:lnTo>
                  <a:lnTo>
                    <a:pt x="295619" y="982577"/>
                  </a:lnTo>
                  <a:lnTo>
                    <a:pt x="295619" y="707434"/>
                  </a:lnTo>
                  <a:lnTo>
                    <a:pt x="349441" y="707434"/>
                  </a:lnTo>
                  <a:lnTo>
                    <a:pt x="349441" y="932046"/>
                  </a:lnTo>
                  <a:lnTo>
                    <a:pt x="457084" y="830983"/>
                  </a:lnTo>
                  <a:lnTo>
                    <a:pt x="457084" y="707434"/>
                  </a:lnTo>
                  <a:lnTo>
                    <a:pt x="537816" y="707434"/>
                  </a:lnTo>
                  <a:lnTo>
                    <a:pt x="457084" y="331227"/>
                  </a:lnTo>
                  <a:lnTo>
                    <a:pt x="457084" y="154367"/>
                  </a:lnTo>
                  <a:lnTo>
                    <a:pt x="457084" y="154367"/>
                  </a:lnTo>
                  <a:lnTo>
                    <a:pt x="537816" y="484337"/>
                  </a:lnTo>
                  <a:cubicBezTo>
                    <a:pt x="540197" y="510556"/>
                    <a:pt x="563613" y="530670"/>
                    <a:pt x="591637" y="530574"/>
                  </a:cubicBezTo>
                  <a:lnTo>
                    <a:pt x="591637" y="530574"/>
                  </a:lnTo>
                  <a:cubicBezTo>
                    <a:pt x="616769" y="530417"/>
                    <a:pt x="638441" y="513951"/>
                    <a:pt x="643844" y="490907"/>
                  </a:cubicBezTo>
                  <a:lnTo>
                    <a:pt x="645459" y="480042"/>
                  </a:lnTo>
                  <a:lnTo>
                    <a:pt x="724038" y="155883"/>
                  </a:lnTo>
                  <a:cubicBezTo>
                    <a:pt x="724038" y="155883"/>
                    <a:pt x="724038" y="155883"/>
                    <a:pt x="724038" y="155883"/>
                  </a:cubicBezTo>
                  <a:lnTo>
                    <a:pt x="724038" y="579589"/>
                  </a:lnTo>
                  <a:lnTo>
                    <a:pt x="783511" y="523499"/>
                  </a:lnTo>
                  <a:cubicBezTo>
                    <a:pt x="825524" y="484009"/>
                    <a:pt x="893681" y="483974"/>
                    <a:pt x="935743" y="523421"/>
                  </a:cubicBezTo>
                  <a:cubicBezTo>
                    <a:pt x="935769" y="523446"/>
                    <a:pt x="935799" y="523474"/>
                    <a:pt x="935826" y="523499"/>
                  </a:cubicBezTo>
                  <a:lnTo>
                    <a:pt x="995299" y="577315"/>
                  </a:lnTo>
                  <a:lnTo>
                    <a:pt x="995299" y="156136"/>
                  </a:lnTo>
                  <a:cubicBezTo>
                    <a:pt x="995299" y="156136"/>
                    <a:pt x="995299" y="156136"/>
                    <a:pt x="995299" y="156136"/>
                  </a:cubicBezTo>
                  <a:lnTo>
                    <a:pt x="1076031" y="491159"/>
                  </a:lnTo>
                  <a:cubicBezTo>
                    <a:pt x="1081669" y="514664"/>
                    <a:pt x="1104199" y="531162"/>
                    <a:pt x="1129853" y="530574"/>
                  </a:cubicBezTo>
                  <a:lnTo>
                    <a:pt x="1129853" y="530574"/>
                  </a:lnTo>
                  <a:cubicBezTo>
                    <a:pt x="1155087" y="530536"/>
                    <a:pt x="1176903" y="514042"/>
                    <a:pt x="1182329" y="490907"/>
                  </a:cubicBezTo>
                  <a:lnTo>
                    <a:pt x="1263061" y="155883"/>
                  </a:lnTo>
                  <a:cubicBezTo>
                    <a:pt x="1263061" y="155883"/>
                    <a:pt x="1263061" y="155883"/>
                    <a:pt x="1263061" y="155883"/>
                  </a:cubicBezTo>
                  <a:lnTo>
                    <a:pt x="1263061" y="830478"/>
                  </a:lnTo>
                  <a:lnTo>
                    <a:pt x="1263061" y="830478"/>
                  </a:lnTo>
                  <a:lnTo>
                    <a:pt x="1370704" y="729415"/>
                  </a:lnTo>
                  <a:lnTo>
                    <a:pt x="1370704" y="555840"/>
                  </a:lnTo>
                  <a:lnTo>
                    <a:pt x="1424525" y="555840"/>
                  </a:lnTo>
                  <a:lnTo>
                    <a:pt x="1424525" y="679894"/>
                  </a:lnTo>
                  <a:lnTo>
                    <a:pt x="1532169" y="578831"/>
                  </a:lnTo>
                  <a:lnTo>
                    <a:pt x="1532169" y="156136"/>
                  </a:lnTo>
                  <a:cubicBezTo>
                    <a:pt x="1532169" y="156136"/>
                    <a:pt x="1532169" y="156136"/>
                    <a:pt x="1532169" y="156136"/>
                  </a:cubicBezTo>
                  <a:lnTo>
                    <a:pt x="1616937" y="49823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68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24688D5C-E8B8-4A02-939B-C140422EA7B9}"/>
                </a:ext>
              </a:extLst>
            </p:cNvPr>
            <p:cNvSpPr/>
            <p:nvPr/>
          </p:nvSpPr>
          <p:spPr>
            <a:xfrm>
              <a:off x="9443110" y="4214132"/>
              <a:ext cx="269107" cy="252657"/>
            </a:xfrm>
            <a:custGeom>
              <a:avLst/>
              <a:gdLst>
                <a:gd name="connsiteX0" fmla="*/ 269108 w 269107"/>
                <a:gd name="connsiteY0" fmla="*/ 126329 h 252657"/>
                <a:gd name="connsiteX1" fmla="*/ 134554 w 269107"/>
                <a:gd name="connsiteY1" fmla="*/ 252657 h 252657"/>
                <a:gd name="connsiteX2" fmla="*/ 0 w 269107"/>
                <a:gd name="connsiteY2" fmla="*/ 126329 h 252657"/>
                <a:gd name="connsiteX3" fmla="*/ 134554 w 269107"/>
                <a:gd name="connsiteY3" fmla="*/ 0 h 252657"/>
                <a:gd name="connsiteX4" fmla="*/ 269108 w 269107"/>
                <a:gd name="connsiteY4" fmla="*/ 126329 h 25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107" h="252657">
                  <a:moveTo>
                    <a:pt x="269108" y="126329"/>
                  </a:moveTo>
                  <a:cubicBezTo>
                    <a:pt x="269108" y="196098"/>
                    <a:pt x="208866" y="252657"/>
                    <a:pt x="134554" y="252657"/>
                  </a:cubicBezTo>
                  <a:cubicBezTo>
                    <a:pt x="60242" y="252657"/>
                    <a:pt x="0" y="196098"/>
                    <a:pt x="0" y="126329"/>
                  </a:cubicBezTo>
                  <a:cubicBezTo>
                    <a:pt x="0" y="56559"/>
                    <a:pt x="60242" y="0"/>
                    <a:pt x="134554" y="0"/>
                  </a:cubicBezTo>
                  <a:cubicBezTo>
                    <a:pt x="208866" y="0"/>
                    <a:pt x="269108" y="56559"/>
                    <a:pt x="269108" y="12632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68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303EC876-848D-458D-A9A9-CED9D78C18C7}"/>
                </a:ext>
              </a:extLst>
            </p:cNvPr>
            <p:cNvSpPr/>
            <p:nvPr/>
          </p:nvSpPr>
          <p:spPr>
            <a:xfrm>
              <a:off x="8904087" y="4214132"/>
              <a:ext cx="269107" cy="252657"/>
            </a:xfrm>
            <a:custGeom>
              <a:avLst/>
              <a:gdLst>
                <a:gd name="connsiteX0" fmla="*/ 269108 w 269107"/>
                <a:gd name="connsiteY0" fmla="*/ 126329 h 252657"/>
                <a:gd name="connsiteX1" fmla="*/ 134554 w 269107"/>
                <a:gd name="connsiteY1" fmla="*/ 252657 h 252657"/>
                <a:gd name="connsiteX2" fmla="*/ 0 w 269107"/>
                <a:gd name="connsiteY2" fmla="*/ 126329 h 252657"/>
                <a:gd name="connsiteX3" fmla="*/ 134554 w 269107"/>
                <a:gd name="connsiteY3" fmla="*/ 0 h 252657"/>
                <a:gd name="connsiteX4" fmla="*/ 269108 w 269107"/>
                <a:gd name="connsiteY4" fmla="*/ 126329 h 25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107" h="252657">
                  <a:moveTo>
                    <a:pt x="269108" y="126329"/>
                  </a:moveTo>
                  <a:cubicBezTo>
                    <a:pt x="269108" y="196098"/>
                    <a:pt x="208866" y="252657"/>
                    <a:pt x="134554" y="252657"/>
                  </a:cubicBezTo>
                  <a:cubicBezTo>
                    <a:pt x="60242" y="252657"/>
                    <a:pt x="0" y="196098"/>
                    <a:pt x="0" y="126329"/>
                  </a:cubicBezTo>
                  <a:cubicBezTo>
                    <a:pt x="0" y="56559"/>
                    <a:pt x="60242" y="0"/>
                    <a:pt x="134554" y="0"/>
                  </a:cubicBezTo>
                  <a:cubicBezTo>
                    <a:pt x="208866" y="0"/>
                    <a:pt x="269108" y="56559"/>
                    <a:pt x="269108" y="12632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68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</p:grpSp>
      <p:sp>
        <p:nvSpPr>
          <p:cNvPr id="59" name="Object 26">
            <a:extLst>
              <a:ext uri="{FF2B5EF4-FFF2-40B4-BE49-F238E27FC236}">
                <a16:creationId xmlns:a16="http://schemas.microsoft.com/office/drawing/2014/main" id="{925E68F9-513F-4EB4-A51B-33A05E20513E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133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고객사 개요</a:t>
            </a:r>
            <a:endParaRPr lang="en-US" sz="1200" dirty="0">
              <a:solidFill>
                <a:srgbClr val="7BB6B4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28D565D1-3B12-4B35-BC09-CAAF8ECEAE36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33941895-F8E9-45BA-BE8E-3FC12C77CD27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027111A9-E3DE-49BD-A7FF-07B10C333EF4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i="0" dirty="0">
                  <a:solidFill>
                    <a:schemeClr val="bg1"/>
                  </a:solidFill>
                  <a:effectLst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SCENARIO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AC3760CF-E971-46B0-B81E-38952B5C18D1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6BB880E6-F119-4C1E-AECA-C5CE9983D2BC}"/>
                </a:ext>
              </a:extLst>
            </p:cNvPr>
            <p:cNvCxnSpPr>
              <a:cxnSpLocks/>
            </p:cNvCxnSpPr>
            <p:nvPr/>
          </p:nvCxnSpPr>
          <p:spPr>
            <a:xfrm>
              <a:off x="597067" y="364804"/>
              <a:ext cx="893082" cy="822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이등변 삼각형 105">
              <a:extLst>
                <a:ext uri="{FF2B5EF4-FFF2-40B4-BE49-F238E27FC236}">
                  <a16:creationId xmlns:a16="http://schemas.microsoft.com/office/drawing/2014/main" id="{5B3A6610-F2D4-423F-8FF7-51AD37E19F6F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69DADD0-9360-409A-9F87-4E2B6A32F8C2}"/>
              </a:ext>
            </a:extLst>
          </p:cNvPr>
          <p:cNvSpPr/>
          <p:nvPr/>
        </p:nvSpPr>
        <p:spPr>
          <a:xfrm rot="18916965">
            <a:off x="7679928" y="5766797"/>
            <a:ext cx="1514491" cy="221898"/>
          </a:xfrm>
          <a:prstGeom prst="rect">
            <a:avLst/>
          </a:prstGeom>
          <a:solidFill>
            <a:srgbClr val="7BB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4649EF8-5390-42EA-B24A-15F080CB5F78}"/>
              </a:ext>
            </a:extLst>
          </p:cNvPr>
          <p:cNvSpPr/>
          <p:nvPr/>
        </p:nvSpPr>
        <p:spPr>
          <a:xfrm rot="13477959">
            <a:off x="8689923" y="5562481"/>
            <a:ext cx="949077" cy="221898"/>
          </a:xfrm>
          <a:prstGeom prst="rect">
            <a:avLst/>
          </a:prstGeom>
          <a:solidFill>
            <a:srgbClr val="7BB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4AD7579D-210F-4D16-9F8D-9B3819ADEF85}"/>
              </a:ext>
            </a:extLst>
          </p:cNvPr>
          <p:cNvSpPr/>
          <p:nvPr/>
        </p:nvSpPr>
        <p:spPr>
          <a:xfrm rot="18916581">
            <a:off x="9126344" y="5355095"/>
            <a:ext cx="1527167" cy="221898"/>
          </a:xfrm>
          <a:prstGeom prst="rect">
            <a:avLst/>
          </a:prstGeom>
          <a:solidFill>
            <a:srgbClr val="7BB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73DD4EFE-CD4B-4B0E-991C-6911E1A95914}"/>
              </a:ext>
            </a:extLst>
          </p:cNvPr>
          <p:cNvSpPr/>
          <p:nvPr/>
        </p:nvSpPr>
        <p:spPr>
          <a:xfrm rot="2675855">
            <a:off x="10171201" y="4567590"/>
            <a:ext cx="844028" cy="455031"/>
          </a:xfrm>
          <a:prstGeom prst="triangle">
            <a:avLst/>
          </a:prstGeom>
          <a:solidFill>
            <a:srgbClr val="7BB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8D67106-FFFF-44E1-A84C-6CBEFC825A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689" y="1730160"/>
            <a:ext cx="199237" cy="298856"/>
          </a:xfrm>
          <a:prstGeom prst="rect">
            <a:avLst/>
          </a:prstGeom>
        </p:spPr>
      </p:pic>
      <p:pic>
        <p:nvPicPr>
          <p:cNvPr id="124" name="그림 123">
            <a:extLst>
              <a:ext uri="{FF2B5EF4-FFF2-40B4-BE49-F238E27FC236}">
                <a16:creationId xmlns:a16="http://schemas.microsoft.com/office/drawing/2014/main" id="{31698923-3D74-4F46-A973-1EEC15C865E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661" y="1380009"/>
            <a:ext cx="288447" cy="432671"/>
          </a:xfrm>
          <a:prstGeom prst="rect">
            <a:avLst/>
          </a:prstGeom>
        </p:spPr>
      </p:pic>
      <p:pic>
        <p:nvPicPr>
          <p:cNvPr id="125" name="그림 124">
            <a:extLst>
              <a:ext uri="{FF2B5EF4-FFF2-40B4-BE49-F238E27FC236}">
                <a16:creationId xmlns:a16="http://schemas.microsoft.com/office/drawing/2014/main" id="{D0A0B468-5BA8-4156-A13B-BA940F36DC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019" y="2885399"/>
            <a:ext cx="211217" cy="316826"/>
          </a:xfrm>
          <a:prstGeom prst="rect">
            <a:avLst/>
          </a:prstGeom>
        </p:spPr>
      </p:pic>
      <p:pic>
        <p:nvPicPr>
          <p:cNvPr id="126" name="그림 125">
            <a:extLst>
              <a:ext uri="{FF2B5EF4-FFF2-40B4-BE49-F238E27FC236}">
                <a16:creationId xmlns:a16="http://schemas.microsoft.com/office/drawing/2014/main" id="{8A2D9BB3-77F1-42EF-989F-9542E6E5FF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634" y="1268750"/>
            <a:ext cx="373366" cy="560050"/>
          </a:xfrm>
          <a:prstGeom prst="rect">
            <a:avLst/>
          </a:prstGeom>
        </p:spPr>
      </p:pic>
      <p:pic>
        <p:nvPicPr>
          <p:cNvPr id="127" name="그림 126">
            <a:extLst>
              <a:ext uri="{FF2B5EF4-FFF2-40B4-BE49-F238E27FC236}">
                <a16:creationId xmlns:a16="http://schemas.microsoft.com/office/drawing/2014/main" id="{BA43657B-BA78-4C1C-97D3-B5F24CFFAE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815" y="1067675"/>
            <a:ext cx="249100" cy="373651"/>
          </a:xfrm>
          <a:prstGeom prst="rect">
            <a:avLst/>
          </a:prstGeom>
        </p:spPr>
      </p:pic>
      <p:pic>
        <p:nvPicPr>
          <p:cNvPr id="128" name="그림 127">
            <a:extLst>
              <a:ext uri="{FF2B5EF4-FFF2-40B4-BE49-F238E27FC236}">
                <a16:creationId xmlns:a16="http://schemas.microsoft.com/office/drawing/2014/main" id="{44A7E3A7-3014-4D0D-B98C-C02486D5D9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926" y="1596345"/>
            <a:ext cx="288447" cy="432671"/>
          </a:xfrm>
          <a:prstGeom prst="rect">
            <a:avLst/>
          </a:prstGeom>
        </p:spPr>
      </p:pic>
      <p:pic>
        <p:nvPicPr>
          <p:cNvPr id="129" name="그림 128">
            <a:extLst>
              <a:ext uri="{FF2B5EF4-FFF2-40B4-BE49-F238E27FC236}">
                <a16:creationId xmlns:a16="http://schemas.microsoft.com/office/drawing/2014/main" id="{397E8C1D-E9E6-43C6-A9D0-4EBF5776E5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635" y="3191188"/>
            <a:ext cx="211216" cy="31682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A8BA763E-06FA-406A-9831-A82B93A2E760}"/>
              </a:ext>
            </a:extLst>
          </p:cNvPr>
          <p:cNvGrpSpPr/>
          <p:nvPr/>
        </p:nvGrpSpPr>
        <p:grpSpPr>
          <a:xfrm>
            <a:off x="11770079" y="1590793"/>
            <a:ext cx="461665" cy="1127312"/>
            <a:chOff x="11770079" y="719251"/>
            <a:chExt cx="461665" cy="112731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27E0432-1565-4371-88A8-73B2BD1455A9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10588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Scenario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C2A001A5-8840-4554-9B97-CE9DD500B5DC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719251"/>
              <a:ext cx="0" cy="1127312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45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그룹 57">
            <a:extLst>
              <a:ext uri="{FF2B5EF4-FFF2-40B4-BE49-F238E27FC236}">
                <a16:creationId xmlns:a16="http://schemas.microsoft.com/office/drawing/2014/main" id="{6BF2EE71-56B0-49C8-BD26-F5646946F0CA}"/>
              </a:ext>
            </a:extLst>
          </p:cNvPr>
          <p:cNvGrpSpPr/>
          <p:nvPr/>
        </p:nvGrpSpPr>
        <p:grpSpPr>
          <a:xfrm>
            <a:off x="0" y="-282706"/>
            <a:ext cx="12188134" cy="7140706"/>
            <a:chOff x="0" y="-282706"/>
            <a:chExt cx="12188134" cy="7140706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782E2F30-48B4-4099-9747-67B3F1A0DA1A}"/>
                </a:ext>
              </a:extLst>
            </p:cNvPr>
            <p:cNvGrpSpPr/>
            <p:nvPr/>
          </p:nvGrpSpPr>
          <p:grpSpPr>
            <a:xfrm>
              <a:off x="0" y="-282706"/>
              <a:ext cx="12188134" cy="7140706"/>
              <a:chOff x="0" y="-282706"/>
              <a:chExt cx="12188134" cy="7140706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3171B696-1515-442A-B406-97D9A258A0D2}"/>
                  </a:ext>
                </a:extLst>
              </p:cNvPr>
              <p:cNvGrpSpPr/>
              <p:nvPr/>
            </p:nvGrpSpPr>
            <p:grpSpPr>
              <a:xfrm>
                <a:off x="11583229" y="-282706"/>
                <a:ext cx="604905" cy="6060974"/>
                <a:chOff x="11583229" y="-282706"/>
                <a:chExt cx="604905" cy="6060974"/>
              </a:xfrm>
            </p:grpSpPr>
            <p:pic>
              <p:nvPicPr>
                <p:cNvPr id="73" name="그림 72">
                  <a:extLst>
                    <a:ext uri="{FF2B5EF4-FFF2-40B4-BE49-F238E27FC236}">
                      <a16:creationId xmlns:a16="http://schemas.microsoft.com/office/drawing/2014/main" id="{E8508A10-9485-4CCF-9677-1B6BEDF106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74" name="그림 73">
                  <a:extLst>
                    <a:ext uri="{FF2B5EF4-FFF2-40B4-BE49-F238E27FC236}">
                      <a16:creationId xmlns:a16="http://schemas.microsoft.com/office/drawing/2014/main" id="{E3179566-94CE-4013-9705-61CC32100E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75" name="그림 74">
                  <a:extLst>
                    <a:ext uri="{FF2B5EF4-FFF2-40B4-BE49-F238E27FC236}">
                      <a16:creationId xmlns:a16="http://schemas.microsoft.com/office/drawing/2014/main" id="{D494320D-A4BE-42E1-BEEB-570243F84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3229" y="1495928"/>
                  <a:ext cx="461641" cy="3524236"/>
                </a:xfrm>
                <a:prstGeom prst="rect">
                  <a:avLst/>
                </a:prstGeom>
              </p:spPr>
            </p:pic>
            <p:pic>
              <p:nvPicPr>
                <p:cNvPr id="76" name="그림 75">
                  <a:extLst>
                    <a:ext uri="{FF2B5EF4-FFF2-40B4-BE49-F238E27FC236}">
                      <a16:creationId xmlns:a16="http://schemas.microsoft.com/office/drawing/2014/main" id="{9524EDC5-387E-46A3-9A8E-00C6A92CE8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6995" y="737824"/>
                  <a:ext cx="451139" cy="3429468"/>
                </a:xfrm>
                <a:prstGeom prst="rect">
                  <a:avLst/>
                </a:prstGeom>
              </p:spPr>
            </p:pic>
          </p:grpSp>
          <p:pic>
            <p:nvPicPr>
              <p:cNvPr id="72" name="그림 71" descr="광장이(가) 표시된 사진&#10;&#10;자동 생성된 설명">
                <a:extLst>
                  <a:ext uri="{FF2B5EF4-FFF2-40B4-BE49-F238E27FC236}">
                    <a16:creationId xmlns:a16="http://schemas.microsoft.com/office/drawing/2014/main" id="{40F57669-14F1-4C66-B594-8D3E7051B8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3717" cy="6858000"/>
              </a:xfrm>
              <a:prstGeom prst="rect">
                <a:avLst/>
              </a:prstGeom>
            </p:spPr>
          </p:pic>
        </p:grp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2301FA35-F7BB-404A-8ED4-C1CA31126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altLang="ko-KR" sz="3330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Business Partner</a:t>
            </a:r>
          </a:p>
          <a:p>
            <a:pPr algn="just"/>
            <a:r>
              <a:rPr lang="en-US" altLang="ko-KR" sz="2500" dirty="0">
                <a:solidFill>
                  <a:srgbClr val="7BB6B4"/>
                </a:solidFill>
                <a:latin typeface="에스코어 드림 7 ExtraBold" pitchFamily="34" charset="0"/>
                <a:cs typeface="에스코어 드림 7 ExtraBold" pitchFamily="34" charset="0"/>
              </a:rPr>
              <a:t>&gt; Market Info</a:t>
            </a:r>
            <a:endParaRPr lang="en-US" altLang="ko-KR" sz="2500" dirty="0">
              <a:solidFill>
                <a:srgbClr val="7BB6B4"/>
              </a:solidFill>
            </a:endParaRP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6F5B-72A7-4980-BB50-D42A004CBC38}"/>
              </a:ext>
            </a:extLst>
          </p:cNvPr>
          <p:cNvSpPr/>
          <p:nvPr/>
        </p:nvSpPr>
        <p:spPr>
          <a:xfrm>
            <a:off x="6201737" y="2567893"/>
            <a:ext cx="4666801" cy="929748"/>
          </a:xfrm>
          <a:prstGeom prst="rect">
            <a:avLst/>
          </a:prstGeom>
          <a:solidFill>
            <a:srgbClr val="7BB6B4"/>
          </a:solidFill>
          <a:ln w="0">
            <a:solidFill>
              <a:srgbClr val="7BB6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1" name="그룹 1003">
            <a:extLst>
              <a:ext uri="{FF2B5EF4-FFF2-40B4-BE49-F238E27FC236}">
                <a16:creationId xmlns:a16="http://schemas.microsoft.com/office/drawing/2014/main" id="{7E94F076-5CEB-445D-9045-2670AFAD6E9E}"/>
              </a:ext>
            </a:extLst>
          </p:cNvPr>
          <p:cNvGrpSpPr/>
          <p:nvPr/>
        </p:nvGrpSpPr>
        <p:grpSpPr>
          <a:xfrm>
            <a:off x="775528" y="2539179"/>
            <a:ext cx="4611105" cy="929748"/>
            <a:chOff x="1563342" y="3765906"/>
            <a:chExt cx="6916658" cy="1394622"/>
          </a:xfrm>
        </p:grpSpPr>
        <p:pic>
          <p:nvPicPr>
            <p:cNvPr id="52" name="Object 10">
              <a:extLst>
                <a:ext uri="{FF2B5EF4-FFF2-40B4-BE49-F238E27FC236}">
                  <a16:creationId xmlns:a16="http://schemas.microsoft.com/office/drawing/2014/main" id="{0F0BCB3E-B34E-4609-A7B7-5EDD57497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63342" y="3765906"/>
              <a:ext cx="6916658" cy="1394622"/>
            </a:xfrm>
            <a:prstGeom prst="rect">
              <a:avLst/>
            </a:prstGeom>
          </p:spPr>
        </p:pic>
      </p:grpSp>
      <p:sp>
        <p:nvSpPr>
          <p:cNvPr id="53" name="Object 13">
            <a:extLst>
              <a:ext uri="{FF2B5EF4-FFF2-40B4-BE49-F238E27FC236}">
                <a16:creationId xmlns:a16="http://schemas.microsoft.com/office/drawing/2014/main" id="{6D3F5C57-2863-41B1-9F22-2C71BED82655}"/>
              </a:ext>
            </a:extLst>
          </p:cNvPr>
          <p:cNvSpPr txBox="1"/>
          <p:nvPr/>
        </p:nvSpPr>
        <p:spPr>
          <a:xfrm>
            <a:off x="520302" y="2965845"/>
            <a:ext cx="4631774" cy="39844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67" kern="0" spc="-133" dirty="0">
                <a:solidFill>
                  <a:srgbClr val="FFFFFF"/>
                </a:solidFill>
                <a:latin typeface="에스코어 드림 5 Medium" pitchFamily="34" charset="0"/>
                <a:cs typeface="에스코어 드림 5 Medium" pitchFamily="34" charset="0"/>
              </a:rPr>
              <a:t>온프레미스 환경</a:t>
            </a:r>
            <a:endParaRPr lang="en-US" sz="1200" dirty="0"/>
          </a:p>
        </p:txBody>
      </p:sp>
      <p:sp>
        <p:nvSpPr>
          <p:cNvPr id="54" name="Object 14">
            <a:extLst>
              <a:ext uri="{FF2B5EF4-FFF2-40B4-BE49-F238E27FC236}">
                <a16:creationId xmlns:a16="http://schemas.microsoft.com/office/drawing/2014/main" id="{B85D72B5-75BD-400E-8850-BCE60606012E}"/>
              </a:ext>
            </a:extLst>
          </p:cNvPr>
          <p:cNvSpPr txBox="1"/>
          <p:nvPr/>
        </p:nvSpPr>
        <p:spPr>
          <a:xfrm>
            <a:off x="1695845" y="2782698"/>
            <a:ext cx="2386788" cy="21332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에스코어 드림 5 Medium" pitchFamily="34" charset="0"/>
                <a:cs typeface="에스코어 드림 5 Medium" pitchFamily="34" charset="0"/>
              </a:rPr>
              <a:t>PROBLEM</a:t>
            </a:r>
            <a:endParaRPr lang="en-US" sz="1200" dirty="0"/>
          </a:p>
        </p:txBody>
      </p:sp>
      <p:grpSp>
        <p:nvGrpSpPr>
          <p:cNvPr id="55" name="그룹 1004">
            <a:extLst>
              <a:ext uri="{FF2B5EF4-FFF2-40B4-BE49-F238E27FC236}">
                <a16:creationId xmlns:a16="http://schemas.microsoft.com/office/drawing/2014/main" id="{3D550FE7-5582-4234-BD2F-7240796A530D}"/>
              </a:ext>
            </a:extLst>
          </p:cNvPr>
          <p:cNvGrpSpPr/>
          <p:nvPr/>
        </p:nvGrpSpPr>
        <p:grpSpPr>
          <a:xfrm>
            <a:off x="775528" y="3701012"/>
            <a:ext cx="4571429" cy="929748"/>
            <a:chOff x="1563342" y="5345622"/>
            <a:chExt cx="6857143" cy="1557655"/>
          </a:xfrm>
        </p:grpSpPr>
        <p:pic>
          <p:nvPicPr>
            <p:cNvPr id="56" name="Object 15">
              <a:extLst>
                <a:ext uri="{FF2B5EF4-FFF2-40B4-BE49-F238E27FC236}">
                  <a16:creationId xmlns:a16="http://schemas.microsoft.com/office/drawing/2014/main" id="{083EB7E1-2613-4089-8D26-203BE705C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3342" y="5345622"/>
              <a:ext cx="6857143" cy="1557655"/>
            </a:xfrm>
            <a:prstGeom prst="rect">
              <a:avLst/>
            </a:prstGeom>
          </p:spPr>
        </p:pic>
      </p:grpSp>
      <p:sp>
        <p:nvSpPr>
          <p:cNvPr id="57" name="Object 18">
            <a:extLst>
              <a:ext uri="{FF2B5EF4-FFF2-40B4-BE49-F238E27FC236}">
                <a16:creationId xmlns:a16="http://schemas.microsoft.com/office/drawing/2014/main" id="{A652766E-14F4-47A1-B015-497AE9C5FD38}"/>
              </a:ext>
            </a:extLst>
          </p:cNvPr>
          <p:cNvSpPr txBox="1"/>
          <p:nvPr/>
        </p:nvSpPr>
        <p:spPr>
          <a:xfrm>
            <a:off x="1426317" y="4006817"/>
            <a:ext cx="3303390" cy="338607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kern="0" spc="-67" dirty="0">
                <a:solidFill>
                  <a:srgbClr val="888888"/>
                </a:solidFill>
                <a:latin typeface="에스코어 드림 5 Medium" pitchFamily="34" charset="0"/>
                <a:cs typeface="에스코어 드림 5 Medium" pitchFamily="34" charset="0"/>
              </a:rPr>
              <a:t>유동적인 트래픽의 정확한 예측 불가능</a:t>
            </a:r>
            <a:endParaRPr lang="en-US" dirty="0"/>
          </a:p>
        </p:txBody>
      </p:sp>
      <p:grpSp>
        <p:nvGrpSpPr>
          <p:cNvPr id="62" name="그룹 1006">
            <a:extLst>
              <a:ext uri="{FF2B5EF4-FFF2-40B4-BE49-F238E27FC236}">
                <a16:creationId xmlns:a16="http://schemas.microsoft.com/office/drawing/2014/main" id="{27E51733-3CC8-4FC0-8970-706B53825CD7}"/>
              </a:ext>
            </a:extLst>
          </p:cNvPr>
          <p:cNvGrpSpPr/>
          <p:nvPr/>
        </p:nvGrpSpPr>
        <p:grpSpPr>
          <a:xfrm>
            <a:off x="775528" y="4882244"/>
            <a:ext cx="5129201" cy="929748"/>
            <a:chOff x="1563342" y="7280504"/>
            <a:chExt cx="7693801" cy="1394622"/>
          </a:xfrm>
        </p:grpSpPr>
        <p:pic>
          <p:nvPicPr>
            <p:cNvPr id="63" name="Object 23">
              <a:extLst>
                <a:ext uri="{FF2B5EF4-FFF2-40B4-BE49-F238E27FC236}">
                  <a16:creationId xmlns:a16="http://schemas.microsoft.com/office/drawing/2014/main" id="{DF38DE21-4258-42F0-B04C-C1BBED50D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63342" y="7280504"/>
              <a:ext cx="7693801" cy="1394622"/>
            </a:xfrm>
            <a:prstGeom prst="rect">
              <a:avLst/>
            </a:prstGeom>
          </p:spPr>
        </p:pic>
      </p:grpSp>
      <p:sp>
        <p:nvSpPr>
          <p:cNvPr id="64" name="Object 26">
            <a:extLst>
              <a:ext uri="{FF2B5EF4-FFF2-40B4-BE49-F238E27FC236}">
                <a16:creationId xmlns:a16="http://schemas.microsoft.com/office/drawing/2014/main" id="{15810D17-04A6-4441-B8DF-008115853E1E}"/>
              </a:ext>
            </a:extLst>
          </p:cNvPr>
          <p:cNvSpPr txBox="1"/>
          <p:nvPr/>
        </p:nvSpPr>
        <p:spPr>
          <a:xfrm>
            <a:off x="1346441" y="5099775"/>
            <a:ext cx="3463142" cy="243803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kern="0" spc="-67" dirty="0">
                <a:solidFill>
                  <a:srgbClr val="888888"/>
                </a:solidFill>
                <a:latin typeface="에스코어 드림 5 Medium" pitchFamily="34" charset="0"/>
                <a:cs typeface="에스코어 드림 5 Medium" pitchFamily="34" charset="0"/>
              </a:rPr>
              <a:t>사이트 노후화로 기존의 적절한 서비스 제공 어려움</a:t>
            </a:r>
            <a:endParaRPr lang="en-US" dirty="0"/>
          </a:p>
        </p:txBody>
      </p:sp>
      <p:sp>
        <p:nvSpPr>
          <p:cNvPr id="107" name="Object 31">
            <a:extLst>
              <a:ext uri="{FF2B5EF4-FFF2-40B4-BE49-F238E27FC236}">
                <a16:creationId xmlns:a16="http://schemas.microsoft.com/office/drawing/2014/main" id="{2BBAAAB0-B943-4BF0-810F-F86811F153DA}"/>
              </a:ext>
            </a:extLst>
          </p:cNvPr>
          <p:cNvSpPr txBox="1"/>
          <p:nvPr/>
        </p:nvSpPr>
        <p:spPr>
          <a:xfrm>
            <a:off x="6297232" y="2965846"/>
            <a:ext cx="4631774" cy="400891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67" kern="0" spc="-133" dirty="0">
                <a:solidFill>
                  <a:srgbClr val="FFFFFF"/>
                </a:solidFill>
                <a:latin typeface="에스코어 드림 5 Medium" pitchFamily="34" charset="0"/>
                <a:cs typeface="에스코어 드림 5 Medium" pitchFamily="34" charset="0"/>
              </a:rPr>
              <a:t>클라우드 환경으로 이전</a:t>
            </a:r>
            <a:endParaRPr lang="en-US" sz="1200" dirty="0"/>
          </a:p>
        </p:txBody>
      </p:sp>
      <p:sp>
        <p:nvSpPr>
          <p:cNvPr id="108" name="Object 32">
            <a:extLst>
              <a:ext uri="{FF2B5EF4-FFF2-40B4-BE49-F238E27FC236}">
                <a16:creationId xmlns:a16="http://schemas.microsoft.com/office/drawing/2014/main" id="{CE6DA304-7737-4EC8-872D-F83EEB095620}"/>
              </a:ext>
            </a:extLst>
          </p:cNvPr>
          <p:cNvSpPr txBox="1"/>
          <p:nvPr/>
        </p:nvSpPr>
        <p:spPr>
          <a:xfrm>
            <a:off x="7453733" y="2782698"/>
            <a:ext cx="2386788" cy="21332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에스코어 드림 5 Medium" pitchFamily="34" charset="0"/>
                <a:cs typeface="에스코어 드림 5 Medium" pitchFamily="34" charset="0"/>
              </a:rPr>
              <a:t>SOLUTION</a:t>
            </a:r>
            <a:endParaRPr lang="en-US" sz="1200" dirty="0"/>
          </a:p>
        </p:txBody>
      </p:sp>
      <p:grpSp>
        <p:nvGrpSpPr>
          <p:cNvPr id="109" name="그룹 1008">
            <a:extLst>
              <a:ext uri="{FF2B5EF4-FFF2-40B4-BE49-F238E27FC236}">
                <a16:creationId xmlns:a16="http://schemas.microsoft.com/office/drawing/2014/main" id="{4D95242E-A092-4015-B2E7-D4F67A78EB77}"/>
              </a:ext>
            </a:extLst>
          </p:cNvPr>
          <p:cNvGrpSpPr/>
          <p:nvPr/>
        </p:nvGrpSpPr>
        <p:grpSpPr>
          <a:xfrm>
            <a:off x="6300057" y="3701012"/>
            <a:ext cx="4571429" cy="929748"/>
            <a:chOff x="9850135" y="5508656"/>
            <a:chExt cx="6857143" cy="1394622"/>
          </a:xfrm>
        </p:grpSpPr>
        <p:pic>
          <p:nvPicPr>
            <p:cNvPr id="110" name="Object 33">
              <a:extLst>
                <a:ext uri="{FF2B5EF4-FFF2-40B4-BE49-F238E27FC236}">
                  <a16:creationId xmlns:a16="http://schemas.microsoft.com/office/drawing/2014/main" id="{68039E80-C56E-48E1-9E6A-19B78E545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50135" y="5508656"/>
              <a:ext cx="6857143" cy="1394622"/>
            </a:xfrm>
            <a:prstGeom prst="rect">
              <a:avLst/>
            </a:prstGeom>
          </p:spPr>
        </p:pic>
      </p:grpSp>
      <p:sp>
        <p:nvSpPr>
          <p:cNvPr id="111" name="Object 36">
            <a:extLst>
              <a:ext uri="{FF2B5EF4-FFF2-40B4-BE49-F238E27FC236}">
                <a16:creationId xmlns:a16="http://schemas.microsoft.com/office/drawing/2014/main" id="{9064B24C-3503-4154-8389-4A0C833F5BDC}"/>
              </a:ext>
            </a:extLst>
          </p:cNvPr>
          <p:cNvSpPr txBox="1"/>
          <p:nvPr/>
        </p:nvSpPr>
        <p:spPr>
          <a:xfrm>
            <a:off x="6976436" y="4036226"/>
            <a:ext cx="3303390" cy="243803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altLang="en-US" sz="1400" kern="0" spc="-67" dirty="0">
                <a:solidFill>
                  <a:srgbClr val="7BB6B4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 pitchFamily="34" charset="0"/>
              </a:rPr>
              <a:t>비용절감</a:t>
            </a:r>
            <a:endParaRPr lang="en-US" dirty="0">
              <a:solidFill>
                <a:srgbClr val="7BB6B4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pSp>
        <p:nvGrpSpPr>
          <p:cNvPr id="115" name="그룹 1010">
            <a:extLst>
              <a:ext uri="{FF2B5EF4-FFF2-40B4-BE49-F238E27FC236}">
                <a16:creationId xmlns:a16="http://schemas.microsoft.com/office/drawing/2014/main" id="{12CD023D-54D9-46C1-87F1-0EBD02A28564}"/>
              </a:ext>
            </a:extLst>
          </p:cNvPr>
          <p:cNvGrpSpPr/>
          <p:nvPr/>
        </p:nvGrpSpPr>
        <p:grpSpPr>
          <a:xfrm>
            <a:off x="5828538" y="4882244"/>
            <a:ext cx="5042947" cy="929748"/>
            <a:chOff x="9142857" y="7280504"/>
            <a:chExt cx="7564420" cy="1394622"/>
          </a:xfrm>
        </p:grpSpPr>
        <p:pic>
          <p:nvPicPr>
            <p:cNvPr id="116" name="Object 41">
              <a:extLst>
                <a:ext uri="{FF2B5EF4-FFF2-40B4-BE49-F238E27FC236}">
                  <a16:creationId xmlns:a16="http://schemas.microsoft.com/office/drawing/2014/main" id="{34825544-A469-4A04-B994-1F45F3A22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42857" y="7280504"/>
              <a:ext cx="7564420" cy="1394622"/>
            </a:xfrm>
            <a:prstGeom prst="rect">
              <a:avLst/>
            </a:prstGeom>
          </p:spPr>
        </p:pic>
      </p:grpSp>
      <p:sp>
        <p:nvSpPr>
          <p:cNvPr id="117" name="Object 44">
            <a:extLst>
              <a:ext uri="{FF2B5EF4-FFF2-40B4-BE49-F238E27FC236}">
                <a16:creationId xmlns:a16="http://schemas.microsoft.com/office/drawing/2014/main" id="{A2760E75-D819-4017-8829-C9719D12AAD9}"/>
              </a:ext>
            </a:extLst>
          </p:cNvPr>
          <p:cNvSpPr txBox="1"/>
          <p:nvPr/>
        </p:nvSpPr>
        <p:spPr>
          <a:xfrm>
            <a:off x="6950325" y="5198649"/>
            <a:ext cx="3303390" cy="243803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altLang="en-US" sz="1400" kern="0" spc="-67" dirty="0">
                <a:solidFill>
                  <a:srgbClr val="7BB6B4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 pitchFamily="34" charset="0"/>
              </a:rPr>
              <a:t>가용성 확보 </a:t>
            </a:r>
            <a:endParaRPr lang="en-US" altLang="ko-KR" sz="1400" dirty="0">
              <a:solidFill>
                <a:srgbClr val="7BB6B4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pSp>
        <p:nvGrpSpPr>
          <p:cNvPr id="68" name="그룹 1013">
            <a:extLst>
              <a:ext uri="{FF2B5EF4-FFF2-40B4-BE49-F238E27FC236}">
                <a16:creationId xmlns:a16="http://schemas.microsoft.com/office/drawing/2014/main" id="{0DAB0177-6E80-4134-9410-B3612E4E7BD2}"/>
              </a:ext>
            </a:extLst>
          </p:cNvPr>
          <p:cNvGrpSpPr/>
          <p:nvPr/>
        </p:nvGrpSpPr>
        <p:grpSpPr>
          <a:xfrm>
            <a:off x="4647586" y="2176752"/>
            <a:ext cx="2361905" cy="3704949"/>
            <a:chOff x="7371429" y="3222265"/>
            <a:chExt cx="3542857" cy="5557423"/>
          </a:xfrm>
        </p:grpSpPr>
        <p:pic>
          <p:nvPicPr>
            <p:cNvPr id="69" name="Object 54">
              <a:extLst>
                <a:ext uri="{FF2B5EF4-FFF2-40B4-BE49-F238E27FC236}">
                  <a16:creationId xmlns:a16="http://schemas.microsoft.com/office/drawing/2014/main" id="{97A8D138-C573-4EE8-84DE-E3422B717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71429" y="3222265"/>
              <a:ext cx="3542857" cy="5557423"/>
            </a:xfrm>
            <a:prstGeom prst="rect">
              <a:avLst/>
            </a:prstGeom>
          </p:spPr>
        </p:pic>
      </p:grpSp>
      <p:grpSp>
        <p:nvGrpSpPr>
          <p:cNvPr id="139" name="그룹 1014">
            <a:extLst>
              <a:ext uri="{FF2B5EF4-FFF2-40B4-BE49-F238E27FC236}">
                <a16:creationId xmlns:a16="http://schemas.microsoft.com/office/drawing/2014/main" id="{F3ABED1D-948B-40D8-9F5A-CA5BC2CCA054}"/>
              </a:ext>
            </a:extLst>
          </p:cNvPr>
          <p:cNvGrpSpPr/>
          <p:nvPr/>
        </p:nvGrpSpPr>
        <p:grpSpPr>
          <a:xfrm>
            <a:off x="4710186" y="3229442"/>
            <a:ext cx="2197261" cy="872337"/>
            <a:chOff x="7165322" y="4804351"/>
            <a:chExt cx="3295892" cy="1308506"/>
          </a:xfrm>
        </p:grpSpPr>
        <p:sp>
          <p:nvSpPr>
            <p:cNvPr id="140" name="Object 58">
              <a:extLst>
                <a:ext uri="{FF2B5EF4-FFF2-40B4-BE49-F238E27FC236}">
                  <a16:creationId xmlns:a16="http://schemas.microsoft.com/office/drawing/2014/main" id="{AED23EDF-62B9-4A07-B479-D787BCE8DC54}"/>
                </a:ext>
              </a:extLst>
            </p:cNvPr>
            <p:cNvSpPr txBox="1"/>
            <p:nvPr/>
          </p:nvSpPr>
          <p:spPr>
            <a:xfrm>
              <a:off x="7248096" y="4804351"/>
              <a:ext cx="3157925" cy="801644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ctr"/>
              <a:r>
                <a:rPr lang="en-US" sz="2467" kern="0" spc="-67" dirty="0">
                  <a:solidFill>
                    <a:srgbClr val="7BB6B4"/>
                  </a:solidFill>
                  <a:latin typeface="에스코어 드림 8 Heavy" pitchFamily="34" charset="0"/>
                  <a:cs typeface="에스코어 드림 8 Heavy" pitchFamily="34" charset="0"/>
                </a:rPr>
                <a:t>MARKET</a:t>
              </a:r>
              <a:endParaRPr lang="en-US" sz="1200" dirty="0">
                <a:solidFill>
                  <a:srgbClr val="7BB6B4"/>
                </a:solidFill>
              </a:endParaRPr>
            </a:p>
          </p:txBody>
        </p:sp>
        <p:sp>
          <p:nvSpPr>
            <p:cNvPr id="141" name="Object 59">
              <a:extLst>
                <a:ext uri="{FF2B5EF4-FFF2-40B4-BE49-F238E27FC236}">
                  <a16:creationId xmlns:a16="http://schemas.microsoft.com/office/drawing/2014/main" id="{26DD5179-E87A-46A8-83DA-EFA9E2E902EB}"/>
                </a:ext>
              </a:extLst>
            </p:cNvPr>
            <p:cNvSpPr txBox="1"/>
            <p:nvPr/>
          </p:nvSpPr>
          <p:spPr>
            <a:xfrm>
              <a:off x="7165322" y="5311213"/>
              <a:ext cx="3295892" cy="801644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ctr"/>
              <a:r>
                <a:rPr lang="en-US" sz="2467" kern="0" spc="-67" dirty="0">
                  <a:solidFill>
                    <a:srgbClr val="494949"/>
                  </a:solidFill>
                  <a:latin typeface="에스코어 드림 8 Heavy" pitchFamily="34" charset="0"/>
                  <a:cs typeface="에스코어 드림 8 Heavy" pitchFamily="34" charset="0"/>
                </a:rPr>
                <a:t>INFO</a:t>
              </a:r>
              <a:endParaRPr lang="en-US" sz="1200" dirty="0"/>
            </a:p>
          </p:txBody>
        </p:sp>
      </p:grpSp>
      <p:sp>
        <p:nvSpPr>
          <p:cNvPr id="70" name="Object 26">
            <a:extLst>
              <a:ext uri="{FF2B5EF4-FFF2-40B4-BE49-F238E27FC236}">
                <a16:creationId xmlns:a16="http://schemas.microsoft.com/office/drawing/2014/main" id="{1401B94C-5034-4FCA-9AE5-76248E030B00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133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고객사 요구사항</a:t>
            </a:r>
            <a:endParaRPr lang="en-US" sz="1200" dirty="0">
              <a:solidFill>
                <a:srgbClr val="7BB6B4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85C0D51F-B12F-42BF-8AF2-7B385392974A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74C43503-99C3-47C9-BF14-A6FC323641B0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977BA122-360F-4731-A706-C189B7C71D1A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i="0" dirty="0">
                  <a:solidFill>
                    <a:schemeClr val="bg1"/>
                  </a:solidFill>
                  <a:effectLst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SCENARIO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7230914D-3556-4191-A0AE-EB86D0063DA6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73570ADC-497D-425D-B3C6-1FBDD927514C}"/>
                </a:ext>
              </a:extLst>
            </p:cNvPr>
            <p:cNvCxnSpPr>
              <a:cxnSpLocks/>
            </p:cNvCxnSpPr>
            <p:nvPr/>
          </p:nvCxnSpPr>
          <p:spPr>
            <a:xfrm>
              <a:off x="597067" y="364804"/>
              <a:ext cx="893082" cy="822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이등변 삼각형 81">
              <a:extLst>
                <a:ext uri="{FF2B5EF4-FFF2-40B4-BE49-F238E27FC236}">
                  <a16:creationId xmlns:a16="http://schemas.microsoft.com/office/drawing/2014/main" id="{DDA38A8A-A00B-4B68-A938-92B1F8828D34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6D1EE05-4C83-487B-9C66-4475DC545B52}"/>
              </a:ext>
            </a:extLst>
          </p:cNvPr>
          <p:cNvGrpSpPr/>
          <p:nvPr/>
        </p:nvGrpSpPr>
        <p:grpSpPr>
          <a:xfrm>
            <a:off x="8484330" y="3560117"/>
            <a:ext cx="266088" cy="267541"/>
            <a:chOff x="8550641" y="3577444"/>
            <a:chExt cx="266088" cy="26754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FEF1A15D-A636-4723-AEF1-06B5F1448BF5}"/>
                </a:ext>
              </a:extLst>
            </p:cNvPr>
            <p:cNvSpPr/>
            <p:nvPr/>
          </p:nvSpPr>
          <p:spPr>
            <a:xfrm>
              <a:off x="8550641" y="3577444"/>
              <a:ext cx="266088" cy="267541"/>
            </a:xfrm>
            <a:prstGeom prst="ellipse">
              <a:avLst/>
            </a:prstGeom>
            <a:solidFill>
              <a:srgbClr val="7BB6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17494BF8-65BA-499F-9411-E69B53816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8226" y="3604175"/>
              <a:ext cx="233686" cy="233686"/>
            </a:xfrm>
            <a:prstGeom prst="rect">
              <a:avLst/>
            </a:prstGeom>
          </p:spPr>
        </p:pic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C29CABA6-5E19-4E29-B924-161F003A0C1D}"/>
              </a:ext>
            </a:extLst>
          </p:cNvPr>
          <p:cNvGrpSpPr/>
          <p:nvPr/>
        </p:nvGrpSpPr>
        <p:grpSpPr>
          <a:xfrm>
            <a:off x="8454012" y="4748473"/>
            <a:ext cx="266088" cy="267541"/>
            <a:chOff x="8550641" y="3577444"/>
            <a:chExt cx="266088" cy="267541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174C7413-2865-4169-A211-D47275F0FD3C}"/>
                </a:ext>
              </a:extLst>
            </p:cNvPr>
            <p:cNvSpPr/>
            <p:nvPr/>
          </p:nvSpPr>
          <p:spPr>
            <a:xfrm>
              <a:off x="8550641" y="3577444"/>
              <a:ext cx="266088" cy="267541"/>
            </a:xfrm>
            <a:prstGeom prst="ellipse">
              <a:avLst/>
            </a:prstGeom>
            <a:solidFill>
              <a:srgbClr val="7BB6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8225E945-7F06-4B0A-B43A-D82E180B7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8226" y="3604175"/>
              <a:ext cx="233686" cy="233686"/>
            </a:xfrm>
            <a:prstGeom prst="rect">
              <a:avLst/>
            </a:prstGeom>
          </p:spPr>
        </p:pic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7C62E513-69DC-4862-9CEE-A748D8C0AFB8}"/>
              </a:ext>
            </a:extLst>
          </p:cNvPr>
          <p:cNvGrpSpPr/>
          <p:nvPr/>
        </p:nvGrpSpPr>
        <p:grpSpPr>
          <a:xfrm>
            <a:off x="2906659" y="3552687"/>
            <a:ext cx="266088" cy="267541"/>
            <a:chOff x="8903007" y="3646121"/>
            <a:chExt cx="266088" cy="267541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930C936B-5E32-4D97-9073-FCBE86106C59}"/>
                </a:ext>
              </a:extLst>
            </p:cNvPr>
            <p:cNvSpPr/>
            <p:nvPr/>
          </p:nvSpPr>
          <p:spPr>
            <a:xfrm>
              <a:off x="8903007" y="3646121"/>
              <a:ext cx="266088" cy="267541"/>
            </a:xfrm>
            <a:prstGeom prst="ellipse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8E45171D-DE2D-4629-98CA-460384DAC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1665" y="3679976"/>
              <a:ext cx="233686" cy="233686"/>
            </a:xfrm>
            <a:prstGeom prst="rect">
              <a:avLst/>
            </a:prstGeom>
          </p:spPr>
        </p:pic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1E0B5C04-672A-4B7A-A7B3-C21CEF93665D}"/>
              </a:ext>
            </a:extLst>
          </p:cNvPr>
          <p:cNvGrpSpPr/>
          <p:nvPr/>
        </p:nvGrpSpPr>
        <p:grpSpPr>
          <a:xfrm>
            <a:off x="2889239" y="4741349"/>
            <a:ext cx="266088" cy="267541"/>
            <a:chOff x="8903007" y="3646121"/>
            <a:chExt cx="266088" cy="267541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926B6ADF-B4C2-4F4D-A056-F09584F422F5}"/>
                </a:ext>
              </a:extLst>
            </p:cNvPr>
            <p:cNvSpPr/>
            <p:nvPr/>
          </p:nvSpPr>
          <p:spPr>
            <a:xfrm>
              <a:off x="8903007" y="3646121"/>
              <a:ext cx="266088" cy="267541"/>
            </a:xfrm>
            <a:prstGeom prst="ellipse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96FFD263-8E7C-41CD-94A5-4D8656DDA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1665" y="3679976"/>
              <a:ext cx="233686" cy="233686"/>
            </a:xfrm>
            <a:prstGeom prst="rect">
              <a:avLst/>
            </a:prstGeom>
          </p:spPr>
        </p:pic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4A69F72-3C58-440E-A1F0-EC1523E6CEBB}"/>
              </a:ext>
            </a:extLst>
          </p:cNvPr>
          <p:cNvGrpSpPr/>
          <p:nvPr/>
        </p:nvGrpSpPr>
        <p:grpSpPr>
          <a:xfrm>
            <a:off x="11770079" y="1590793"/>
            <a:ext cx="461665" cy="1127312"/>
            <a:chOff x="11770079" y="719251"/>
            <a:chExt cx="461665" cy="1127312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E3677E4-BF8E-4C97-88BB-1E717F907583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10588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Scenario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2A4E519F-1151-45BC-8D7F-5458688A0F6E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719251"/>
              <a:ext cx="0" cy="1127312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2629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그룹 54">
            <a:extLst>
              <a:ext uri="{FF2B5EF4-FFF2-40B4-BE49-F238E27FC236}">
                <a16:creationId xmlns:a16="http://schemas.microsoft.com/office/drawing/2014/main" id="{A781EAFF-C557-4134-A760-36C539986E95}"/>
              </a:ext>
            </a:extLst>
          </p:cNvPr>
          <p:cNvGrpSpPr/>
          <p:nvPr/>
        </p:nvGrpSpPr>
        <p:grpSpPr>
          <a:xfrm>
            <a:off x="0" y="-282706"/>
            <a:ext cx="12192000" cy="7140706"/>
            <a:chOff x="0" y="-282706"/>
            <a:chExt cx="12192000" cy="7140706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CA43028A-E19D-4D57-9E2C-135ACD2D2D1A}"/>
                </a:ext>
              </a:extLst>
            </p:cNvPr>
            <p:cNvGrpSpPr/>
            <p:nvPr/>
          </p:nvGrpSpPr>
          <p:grpSpPr>
            <a:xfrm>
              <a:off x="0" y="-282706"/>
              <a:ext cx="12192000" cy="7140706"/>
              <a:chOff x="0" y="-282706"/>
              <a:chExt cx="12192000" cy="7140706"/>
            </a:xfrm>
          </p:grpSpPr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457D6AC0-944B-43BF-8FB0-97DD43E56EF5}"/>
                  </a:ext>
                </a:extLst>
              </p:cNvPr>
              <p:cNvGrpSpPr/>
              <p:nvPr/>
            </p:nvGrpSpPr>
            <p:grpSpPr>
              <a:xfrm>
                <a:off x="11584941" y="-282706"/>
                <a:ext cx="607059" cy="6060974"/>
                <a:chOff x="11584941" y="-282706"/>
                <a:chExt cx="607059" cy="6060974"/>
              </a:xfrm>
            </p:grpSpPr>
            <p:pic>
              <p:nvPicPr>
                <p:cNvPr id="60" name="그림 59">
                  <a:extLst>
                    <a:ext uri="{FF2B5EF4-FFF2-40B4-BE49-F238E27FC236}">
                      <a16:creationId xmlns:a16="http://schemas.microsoft.com/office/drawing/2014/main" id="{17EDE6C6-5B24-4FFD-8E4C-F32449D204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61" name="그림 60">
                  <a:extLst>
                    <a:ext uri="{FF2B5EF4-FFF2-40B4-BE49-F238E27FC236}">
                      <a16:creationId xmlns:a16="http://schemas.microsoft.com/office/drawing/2014/main" id="{0ADFEF82-D03C-49D9-95E8-A23720A034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2092" y="737824"/>
                  <a:ext cx="451139" cy="3429468"/>
                </a:xfrm>
                <a:prstGeom prst="rect">
                  <a:avLst/>
                </a:prstGeom>
              </p:spPr>
            </p:pic>
            <p:pic>
              <p:nvPicPr>
                <p:cNvPr id="62" name="그림 61">
                  <a:extLst>
                    <a:ext uri="{FF2B5EF4-FFF2-40B4-BE49-F238E27FC236}">
                      <a16:creationId xmlns:a16="http://schemas.microsoft.com/office/drawing/2014/main" id="{C299BA97-144E-4FDB-93BF-120C8F1BD3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63" name="그림 62">
                  <a:extLst>
                    <a:ext uri="{FF2B5EF4-FFF2-40B4-BE49-F238E27FC236}">
                      <a16:creationId xmlns:a16="http://schemas.microsoft.com/office/drawing/2014/main" id="{1EDBDE0C-0358-4083-BD48-88C041F38F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0359" y="1506481"/>
                  <a:ext cx="461641" cy="3524236"/>
                </a:xfrm>
                <a:prstGeom prst="rect">
                  <a:avLst/>
                </a:prstGeom>
              </p:spPr>
            </p:pic>
          </p:grpSp>
          <p:pic>
            <p:nvPicPr>
              <p:cNvPr id="59" name="그림 58">
                <a:extLst>
                  <a:ext uri="{FF2B5EF4-FFF2-40B4-BE49-F238E27FC236}">
                    <a16:creationId xmlns:a16="http://schemas.microsoft.com/office/drawing/2014/main" id="{20DBAF08-2EC5-4928-B31A-0B136DF341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53852" cy="6858000"/>
              </a:xfrm>
              <a:prstGeom prst="rect">
                <a:avLst/>
              </a:prstGeom>
            </p:spPr>
          </p:pic>
        </p:grpSp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BA5BDF0A-43AF-4C4A-986A-85FDF80B4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7C7AAA3-B374-49ED-91F5-C80E4FF247C8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C382C960-11F1-4CA0-BB81-14F2F7FA4C98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45A1DCB-9D47-4CBF-844B-CE6F0AD0F8FA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9ACE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Consulting &amp; Solution </a:t>
              </a:r>
              <a:endParaRPr lang="ko-KR" altLang="en-US" sz="14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2473123-A157-406F-A7D4-73D83B29DBC9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9FD0AC-5535-4BBE-A175-C0715705E8B4}"/>
                </a:ext>
              </a:extLst>
            </p:cNvPr>
            <p:cNvCxnSpPr/>
            <p:nvPr/>
          </p:nvCxnSpPr>
          <p:spPr>
            <a:xfrm>
              <a:off x="557807" y="380615"/>
              <a:ext cx="925218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8C98979A-C9E9-44CB-8C2A-6D52FA980737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9ACE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30DEDC4-44EC-44D0-AD60-4D1B25D5AADB}"/>
              </a:ext>
            </a:extLst>
          </p:cNvPr>
          <p:cNvSpPr/>
          <p:nvPr/>
        </p:nvSpPr>
        <p:spPr>
          <a:xfrm>
            <a:off x="383988" y="1870706"/>
            <a:ext cx="4602223" cy="43710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F5F5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altLang="ko-KR" sz="3330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Business Partner</a:t>
            </a: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sz="1200" dirty="0"/>
          </a:p>
        </p:txBody>
      </p:sp>
      <p:sp>
        <p:nvSpPr>
          <p:cNvPr id="91" name="Object 42">
            <a:extLst>
              <a:ext uri="{FF2B5EF4-FFF2-40B4-BE49-F238E27FC236}">
                <a16:creationId xmlns:a16="http://schemas.microsoft.com/office/drawing/2014/main" id="{811C7084-6119-448A-B31B-C20DA1A15CC1}"/>
              </a:ext>
            </a:extLst>
          </p:cNvPr>
          <p:cNvSpPr txBox="1"/>
          <p:nvPr/>
        </p:nvSpPr>
        <p:spPr>
          <a:xfrm>
            <a:off x="5631115" y="2539052"/>
            <a:ext cx="1931141" cy="278937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1400" kern="0" spc="-67" dirty="0">
                <a:solidFill>
                  <a:srgbClr val="9ACECA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5 Medium" pitchFamily="34" charset="0"/>
              </a:rPr>
              <a:t>온프레미스 구성도</a:t>
            </a:r>
            <a:endParaRPr lang="en-US" sz="1400" dirty="0">
              <a:solidFill>
                <a:srgbClr val="9ACECA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45" name="Object 26">
            <a:extLst>
              <a:ext uri="{FF2B5EF4-FFF2-40B4-BE49-F238E27FC236}">
                <a16:creationId xmlns:a16="http://schemas.microsoft.com/office/drawing/2014/main" id="{38C634CA-3B83-4A61-A7DD-EBD7ECD12121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133" dirty="0">
                <a:solidFill>
                  <a:srgbClr val="9ACECA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고객사 </a:t>
            </a:r>
            <a:r>
              <a:rPr lang="ko-KR" altLang="en-US" sz="1133" dirty="0" err="1">
                <a:solidFill>
                  <a:srgbClr val="9ACECA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온프레미스</a:t>
            </a:r>
            <a:r>
              <a:rPr lang="ko-KR" altLang="en-US" sz="1133" dirty="0">
                <a:solidFill>
                  <a:srgbClr val="9ACECA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환경</a:t>
            </a:r>
            <a:endParaRPr lang="en-US" sz="1200" dirty="0">
              <a:solidFill>
                <a:srgbClr val="9ACECA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87AAE04-AA93-4298-963E-FD49C247F49D}"/>
              </a:ext>
            </a:extLst>
          </p:cNvPr>
          <p:cNvGrpSpPr/>
          <p:nvPr/>
        </p:nvGrpSpPr>
        <p:grpSpPr>
          <a:xfrm>
            <a:off x="6209210" y="829581"/>
            <a:ext cx="4488095" cy="1950733"/>
            <a:chOff x="5962420" y="643155"/>
            <a:chExt cx="4652692" cy="2204711"/>
          </a:xfrm>
        </p:grpSpPr>
        <p:pic>
          <p:nvPicPr>
            <p:cNvPr id="92" name="그래픽 91" descr="닫힌 따옴표 단색으로 채워진">
              <a:extLst>
                <a:ext uri="{FF2B5EF4-FFF2-40B4-BE49-F238E27FC236}">
                  <a16:creationId xmlns:a16="http://schemas.microsoft.com/office/drawing/2014/main" id="{467432C7-EC72-41C2-94D7-17FCB5513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5962420" y="643155"/>
              <a:ext cx="914400" cy="914400"/>
            </a:xfrm>
            <a:prstGeom prst="rect">
              <a:avLst/>
            </a:prstGeom>
          </p:spPr>
        </p:pic>
        <p:pic>
          <p:nvPicPr>
            <p:cNvPr id="93" name="그래픽 92" descr="닫힌 따옴표 단색으로 채워진">
              <a:extLst>
                <a:ext uri="{FF2B5EF4-FFF2-40B4-BE49-F238E27FC236}">
                  <a16:creationId xmlns:a16="http://schemas.microsoft.com/office/drawing/2014/main" id="{FD90082C-8B4A-4A3A-A715-A4776FD95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198606" y="1933466"/>
              <a:ext cx="914400" cy="9144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C1B360E-DF0F-4C0C-BA3F-C254A29DBB85}"/>
                </a:ext>
              </a:extLst>
            </p:cNvPr>
            <p:cNvSpPr txBox="1"/>
            <p:nvPr/>
          </p:nvSpPr>
          <p:spPr>
            <a:xfrm>
              <a:off x="6096000" y="1589453"/>
              <a:ext cx="4519112" cy="375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트래픽을 정확히 예측하여 대응 불가능</a:t>
              </a: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FF9A5202-069C-445B-99ED-EAE34317E1F2}"/>
              </a:ext>
            </a:extLst>
          </p:cNvPr>
          <p:cNvGrpSpPr/>
          <p:nvPr/>
        </p:nvGrpSpPr>
        <p:grpSpPr>
          <a:xfrm>
            <a:off x="660694" y="2359082"/>
            <a:ext cx="3367211" cy="1140984"/>
            <a:chOff x="678780" y="2356940"/>
            <a:chExt cx="3367211" cy="1140984"/>
          </a:xfrm>
        </p:grpSpPr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0A35F127-25BA-4000-984D-965F6C8D9477}"/>
                </a:ext>
              </a:extLst>
            </p:cNvPr>
            <p:cNvGrpSpPr/>
            <p:nvPr/>
          </p:nvGrpSpPr>
          <p:grpSpPr>
            <a:xfrm>
              <a:off x="678780" y="2356940"/>
              <a:ext cx="1123833" cy="1140984"/>
              <a:chOff x="4729888" y="1029122"/>
              <a:chExt cx="1123833" cy="1140984"/>
            </a:xfrm>
          </p:grpSpPr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A9C49183-E6A6-44D3-A319-11AE4A71D541}"/>
                  </a:ext>
                </a:extLst>
              </p:cNvPr>
              <p:cNvSpPr/>
              <p:nvPr/>
            </p:nvSpPr>
            <p:spPr>
              <a:xfrm>
                <a:off x="4729888" y="1029122"/>
                <a:ext cx="1123833" cy="1140984"/>
              </a:xfrm>
              <a:prstGeom prst="ellipse">
                <a:avLst/>
              </a:prstGeom>
              <a:solidFill>
                <a:srgbClr val="9ACECA"/>
              </a:solidFill>
              <a:ln w="25400"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519E674D-DD9B-4CD8-87F5-251AFA1AF4BE}"/>
                  </a:ext>
                </a:extLst>
              </p:cNvPr>
              <p:cNvSpPr/>
              <p:nvPr/>
            </p:nvSpPr>
            <p:spPr>
              <a:xfrm>
                <a:off x="4899036" y="1207735"/>
                <a:ext cx="785535" cy="77945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DA084A71-6E59-4614-B8AF-DF691CC46B77}"/>
                </a:ext>
              </a:extLst>
            </p:cNvPr>
            <p:cNvSpPr/>
            <p:nvPr/>
          </p:nvSpPr>
          <p:spPr>
            <a:xfrm>
              <a:off x="1727573" y="2725228"/>
              <a:ext cx="2081341" cy="395184"/>
            </a:xfrm>
            <a:prstGeom prst="rect">
              <a:avLst/>
            </a:prstGeom>
            <a:solidFill>
              <a:srgbClr val="9ACECA"/>
            </a:solidFill>
            <a:ln w="25400">
              <a:solidFill>
                <a:srgbClr val="9ACE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2" name="이등변 삼각형 111">
              <a:extLst>
                <a:ext uri="{FF2B5EF4-FFF2-40B4-BE49-F238E27FC236}">
                  <a16:creationId xmlns:a16="http://schemas.microsoft.com/office/drawing/2014/main" id="{D0F5B65D-E33F-4A2E-B73C-C15E086EBF9E}"/>
                </a:ext>
              </a:extLst>
            </p:cNvPr>
            <p:cNvSpPr/>
            <p:nvPr/>
          </p:nvSpPr>
          <p:spPr>
            <a:xfrm rot="5400000">
              <a:off x="3749004" y="2823426"/>
              <a:ext cx="383735" cy="210238"/>
            </a:xfrm>
            <a:prstGeom prst="triangle">
              <a:avLst/>
            </a:prstGeom>
            <a:solidFill>
              <a:srgbClr val="9ACECA"/>
            </a:solidFill>
            <a:ln w="25400" cap="rnd">
              <a:solidFill>
                <a:srgbClr val="9ACECA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3BD4C25C-4758-4B7B-B2F9-1F7E56DF3F6A}"/>
              </a:ext>
            </a:extLst>
          </p:cNvPr>
          <p:cNvGrpSpPr/>
          <p:nvPr/>
        </p:nvGrpSpPr>
        <p:grpSpPr>
          <a:xfrm>
            <a:off x="660694" y="4550205"/>
            <a:ext cx="3367211" cy="1140984"/>
            <a:chOff x="678780" y="2356940"/>
            <a:chExt cx="3367211" cy="1140984"/>
          </a:xfrm>
        </p:grpSpPr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5CDA8A06-912F-4684-B717-2EEB9A738314}"/>
                </a:ext>
              </a:extLst>
            </p:cNvPr>
            <p:cNvGrpSpPr/>
            <p:nvPr/>
          </p:nvGrpSpPr>
          <p:grpSpPr>
            <a:xfrm>
              <a:off x="678780" y="2356940"/>
              <a:ext cx="1123833" cy="1140984"/>
              <a:chOff x="4729888" y="1029122"/>
              <a:chExt cx="1123833" cy="1140984"/>
            </a:xfrm>
          </p:grpSpPr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6ED17CCF-3096-481A-9530-85A2D8927026}"/>
                  </a:ext>
                </a:extLst>
              </p:cNvPr>
              <p:cNvSpPr/>
              <p:nvPr/>
            </p:nvSpPr>
            <p:spPr>
              <a:xfrm>
                <a:off x="4729888" y="1029122"/>
                <a:ext cx="1123833" cy="1140984"/>
              </a:xfrm>
              <a:prstGeom prst="ellipse">
                <a:avLst/>
              </a:prstGeom>
              <a:solidFill>
                <a:srgbClr val="9ACECA"/>
              </a:solidFill>
              <a:ln w="25400"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D4C6C24E-E2A4-4F4E-B146-C9A8BA3C91E9}"/>
                  </a:ext>
                </a:extLst>
              </p:cNvPr>
              <p:cNvSpPr/>
              <p:nvPr/>
            </p:nvSpPr>
            <p:spPr>
              <a:xfrm>
                <a:off x="4899036" y="1207735"/>
                <a:ext cx="785535" cy="77945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B299205A-7614-477B-8E2C-B95B1DDD94C0}"/>
                </a:ext>
              </a:extLst>
            </p:cNvPr>
            <p:cNvSpPr/>
            <p:nvPr/>
          </p:nvSpPr>
          <p:spPr>
            <a:xfrm>
              <a:off x="1727573" y="2725228"/>
              <a:ext cx="2081341" cy="395184"/>
            </a:xfrm>
            <a:prstGeom prst="rect">
              <a:avLst/>
            </a:prstGeom>
            <a:solidFill>
              <a:srgbClr val="9ACECA"/>
            </a:solidFill>
            <a:ln w="25400">
              <a:solidFill>
                <a:srgbClr val="9ACE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8" name="이등변 삼각형 117">
              <a:extLst>
                <a:ext uri="{FF2B5EF4-FFF2-40B4-BE49-F238E27FC236}">
                  <a16:creationId xmlns:a16="http://schemas.microsoft.com/office/drawing/2014/main" id="{2D82B7DA-CC88-4167-B82D-F5614DE553D3}"/>
                </a:ext>
              </a:extLst>
            </p:cNvPr>
            <p:cNvSpPr/>
            <p:nvPr/>
          </p:nvSpPr>
          <p:spPr>
            <a:xfrm rot="5400000">
              <a:off x="3749004" y="2823426"/>
              <a:ext cx="383735" cy="210238"/>
            </a:xfrm>
            <a:prstGeom prst="triangle">
              <a:avLst/>
            </a:prstGeom>
            <a:solidFill>
              <a:srgbClr val="9ACECA"/>
            </a:solidFill>
            <a:ln w="25400" cap="rnd">
              <a:solidFill>
                <a:srgbClr val="9ACECA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D5584EE3-B6E8-4DB6-B79F-FF7395D1B322}"/>
              </a:ext>
            </a:extLst>
          </p:cNvPr>
          <p:cNvGrpSpPr/>
          <p:nvPr/>
        </p:nvGrpSpPr>
        <p:grpSpPr>
          <a:xfrm rot="10800000">
            <a:off x="1403099" y="3477774"/>
            <a:ext cx="3367211" cy="1140984"/>
            <a:chOff x="678780" y="2356940"/>
            <a:chExt cx="3367211" cy="1140984"/>
          </a:xfrm>
        </p:grpSpPr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D3E898CC-5BEF-4C5F-B77C-EC92919B5A37}"/>
                </a:ext>
              </a:extLst>
            </p:cNvPr>
            <p:cNvGrpSpPr/>
            <p:nvPr/>
          </p:nvGrpSpPr>
          <p:grpSpPr>
            <a:xfrm>
              <a:off x="678780" y="2356940"/>
              <a:ext cx="1123833" cy="1140984"/>
              <a:chOff x="4729888" y="1029122"/>
              <a:chExt cx="1123833" cy="1140984"/>
            </a:xfrm>
          </p:grpSpPr>
          <p:sp>
            <p:nvSpPr>
              <p:cNvPr id="125" name="타원 124">
                <a:extLst>
                  <a:ext uri="{FF2B5EF4-FFF2-40B4-BE49-F238E27FC236}">
                    <a16:creationId xmlns:a16="http://schemas.microsoft.com/office/drawing/2014/main" id="{670D7114-9986-41EB-A819-D99D4D93EABA}"/>
                  </a:ext>
                </a:extLst>
              </p:cNvPr>
              <p:cNvSpPr/>
              <p:nvPr/>
            </p:nvSpPr>
            <p:spPr>
              <a:xfrm>
                <a:off x="4729888" y="1029122"/>
                <a:ext cx="1123833" cy="1140984"/>
              </a:xfrm>
              <a:prstGeom prst="ellipse">
                <a:avLst/>
              </a:prstGeom>
              <a:solidFill>
                <a:srgbClr val="9ACECA"/>
              </a:solidFill>
              <a:ln w="25400"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2DFBDFDD-12C3-485A-B648-EAE7A16E4DC0}"/>
                  </a:ext>
                </a:extLst>
              </p:cNvPr>
              <p:cNvSpPr/>
              <p:nvPr/>
            </p:nvSpPr>
            <p:spPr>
              <a:xfrm>
                <a:off x="4899036" y="1207735"/>
                <a:ext cx="785535" cy="77945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4345D420-21B8-4389-9B9E-606133E16FF8}"/>
                </a:ext>
              </a:extLst>
            </p:cNvPr>
            <p:cNvSpPr/>
            <p:nvPr/>
          </p:nvSpPr>
          <p:spPr>
            <a:xfrm>
              <a:off x="1727573" y="2725228"/>
              <a:ext cx="2081341" cy="395184"/>
            </a:xfrm>
            <a:prstGeom prst="rect">
              <a:avLst/>
            </a:prstGeom>
            <a:solidFill>
              <a:srgbClr val="9ACECA"/>
            </a:solidFill>
            <a:ln w="25400">
              <a:solidFill>
                <a:srgbClr val="9ACE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4" name="이등변 삼각형 123">
              <a:extLst>
                <a:ext uri="{FF2B5EF4-FFF2-40B4-BE49-F238E27FC236}">
                  <a16:creationId xmlns:a16="http://schemas.microsoft.com/office/drawing/2014/main" id="{34292A04-2B63-416C-8097-F5C81FAB8E5A}"/>
                </a:ext>
              </a:extLst>
            </p:cNvPr>
            <p:cNvSpPr/>
            <p:nvPr/>
          </p:nvSpPr>
          <p:spPr>
            <a:xfrm rot="5400000">
              <a:off x="3749004" y="2823426"/>
              <a:ext cx="383735" cy="210238"/>
            </a:xfrm>
            <a:prstGeom prst="triangle">
              <a:avLst/>
            </a:prstGeom>
            <a:solidFill>
              <a:srgbClr val="9ACECA"/>
            </a:solidFill>
            <a:ln w="25400" cap="rnd">
              <a:solidFill>
                <a:srgbClr val="9ACECA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3" name="Object 23">
            <a:extLst>
              <a:ext uri="{FF2B5EF4-FFF2-40B4-BE49-F238E27FC236}">
                <a16:creationId xmlns:a16="http://schemas.microsoft.com/office/drawing/2014/main" id="{51BB66E3-890D-4973-BBC2-FC5E8A6E197F}"/>
              </a:ext>
            </a:extLst>
          </p:cNvPr>
          <p:cNvSpPr txBox="1"/>
          <p:nvPr/>
        </p:nvSpPr>
        <p:spPr>
          <a:xfrm>
            <a:off x="1630557" y="3217732"/>
            <a:ext cx="2081341" cy="72864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dirty="0">
                <a:solidFill>
                  <a:srgbClr val="51505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나눔스퀘어라운드OTF Regular" pitchFamily="34" charset="0"/>
              </a:rPr>
              <a:t>가용성 확보를 </a:t>
            </a:r>
            <a:r>
              <a:rPr lang="en-US" sz="1400" dirty="0" err="1">
                <a:solidFill>
                  <a:srgbClr val="51505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나눔스퀘어라운드OTF Regular" pitchFamily="34" charset="0"/>
              </a:rPr>
              <a:t>위한</a:t>
            </a:r>
            <a:r>
              <a:rPr lang="en-US" sz="1400" dirty="0">
                <a:solidFill>
                  <a:srgbClr val="51505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나눔스퀘어라운드OTF Regular" pitchFamily="34" charset="0"/>
              </a:rPr>
              <a:t> </a:t>
            </a:r>
          </a:p>
          <a:p>
            <a:pPr algn="ctr"/>
            <a:r>
              <a:rPr lang="en-US" sz="1400" dirty="0" err="1">
                <a:solidFill>
                  <a:srgbClr val="51505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나눔스퀘어라운드OTF Regular" pitchFamily="34" charset="0"/>
              </a:rPr>
              <a:t>다양한</a:t>
            </a:r>
            <a:r>
              <a:rPr lang="en-US" sz="1400" dirty="0">
                <a:solidFill>
                  <a:srgbClr val="51505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나눔스퀘어라운드OTF Regular" pitchFamily="34" charset="0"/>
              </a:rPr>
              <a:t> 노력</a:t>
            </a:r>
            <a:endParaRPr lang="en-US" sz="14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74" name="Object 24">
            <a:extLst>
              <a:ext uri="{FF2B5EF4-FFF2-40B4-BE49-F238E27FC236}">
                <a16:creationId xmlns:a16="http://schemas.microsoft.com/office/drawing/2014/main" id="{7A7B8FB0-F994-4B38-BF70-7F5762E4FD1E}"/>
              </a:ext>
            </a:extLst>
          </p:cNvPr>
          <p:cNvSpPr txBox="1"/>
          <p:nvPr/>
        </p:nvSpPr>
        <p:spPr>
          <a:xfrm>
            <a:off x="1938256" y="2738896"/>
            <a:ext cx="1581082" cy="522656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2067" kern="0" spc="-133" dirty="0">
                <a:solidFill>
                  <a:srgbClr val="F2F2F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나눔스퀘어라운드OTF Bold" pitchFamily="34" charset="0"/>
              </a:rPr>
              <a:t>STEP1</a:t>
            </a:r>
            <a:endParaRPr lang="en-US" sz="12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77" name="Object 31">
            <a:extLst>
              <a:ext uri="{FF2B5EF4-FFF2-40B4-BE49-F238E27FC236}">
                <a16:creationId xmlns:a16="http://schemas.microsoft.com/office/drawing/2014/main" id="{E20574EB-61AE-414F-B056-51313567D96B}"/>
              </a:ext>
            </a:extLst>
          </p:cNvPr>
          <p:cNvSpPr txBox="1"/>
          <p:nvPr/>
        </p:nvSpPr>
        <p:spPr>
          <a:xfrm>
            <a:off x="2297864" y="3852019"/>
            <a:ext cx="1159460" cy="475142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2067" kern="0" spc="-133" dirty="0">
                <a:solidFill>
                  <a:srgbClr val="F2F2F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나눔스퀘어라운드OTF Bold" pitchFamily="34" charset="0"/>
              </a:rPr>
              <a:t>STEP2</a:t>
            </a:r>
            <a:endParaRPr lang="en-US" sz="12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78" name="Object 32">
            <a:extLst>
              <a:ext uri="{FF2B5EF4-FFF2-40B4-BE49-F238E27FC236}">
                <a16:creationId xmlns:a16="http://schemas.microsoft.com/office/drawing/2014/main" id="{C082EA7A-B15E-49D8-B5C9-E5D3FF3934E3}"/>
              </a:ext>
            </a:extLst>
          </p:cNvPr>
          <p:cNvSpPr txBox="1"/>
          <p:nvPr/>
        </p:nvSpPr>
        <p:spPr>
          <a:xfrm>
            <a:off x="1671569" y="4334053"/>
            <a:ext cx="1898760" cy="703411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dirty="0" err="1">
                <a:solidFill>
                  <a:srgbClr val="51505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나눔스퀘어라운드OTF Regular" pitchFamily="34" charset="0"/>
              </a:rPr>
              <a:t>온프레미스라는</a:t>
            </a:r>
            <a:r>
              <a:rPr lang="en-US" sz="1400" dirty="0">
                <a:solidFill>
                  <a:srgbClr val="51505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나눔스퀘어라운드OTF Regular" pitchFamily="34" charset="0"/>
              </a:rPr>
              <a:t> </a:t>
            </a:r>
          </a:p>
          <a:p>
            <a:pPr algn="ctr"/>
            <a:r>
              <a:rPr lang="en-US" sz="1400" dirty="0" err="1">
                <a:solidFill>
                  <a:srgbClr val="51505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나눔스퀘어라운드OTF Regular" pitchFamily="34" charset="0"/>
              </a:rPr>
              <a:t>한계에</a:t>
            </a:r>
            <a:r>
              <a:rPr lang="en-US" sz="1400" dirty="0">
                <a:solidFill>
                  <a:srgbClr val="51505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나눔스퀘어라운드OTF Regular" pitchFamily="34" charset="0"/>
              </a:rPr>
              <a:t> 부딪힘</a:t>
            </a:r>
            <a:endParaRPr lang="en-US" sz="12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81" name="Object 39">
            <a:extLst>
              <a:ext uri="{FF2B5EF4-FFF2-40B4-BE49-F238E27FC236}">
                <a16:creationId xmlns:a16="http://schemas.microsoft.com/office/drawing/2014/main" id="{2F663AE1-0321-404C-870E-CA98E76E7A99}"/>
              </a:ext>
            </a:extLst>
          </p:cNvPr>
          <p:cNvSpPr txBox="1"/>
          <p:nvPr/>
        </p:nvSpPr>
        <p:spPr>
          <a:xfrm>
            <a:off x="1947781" y="4920791"/>
            <a:ext cx="1581082" cy="475142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2067" kern="0" spc="-133" dirty="0">
                <a:solidFill>
                  <a:srgbClr val="F2F2F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나눔스퀘어라운드OTF Bold" pitchFamily="34" charset="0"/>
              </a:rPr>
              <a:t>STEP3</a:t>
            </a:r>
            <a:endParaRPr lang="en-US" sz="12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82" name="Object 40">
            <a:extLst>
              <a:ext uri="{FF2B5EF4-FFF2-40B4-BE49-F238E27FC236}">
                <a16:creationId xmlns:a16="http://schemas.microsoft.com/office/drawing/2014/main" id="{45445B58-7E14-4066-9ECD-5154A2EACF48}"/>
              </a:ext>
            </a:extLst>
          </p:cNvPr>
          <p:cNvSpPr txBox="1"/>
          <p:nvPr/>
        </p:nvSpPr>
        <p:spPr>
          <a:xfrm>
            <a:off x="1669965" y="5378341"/>
            <a:ext cx="1898760" cy="31999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dirty="0">
                <a:solidFill>
                  <a:srgbClr val="51505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나눔스퀘어라운드OTF Regular" pitchFamily="34" charset="0"/>
              </a:rPr>
              <a:t>클라우드 이전</a:t>
            </a:r>
            <a:endParaRPr lang="en-US" sz="12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A432CF5B-D9CE-4BE5-A60A-7A2627D6688C}"/>
              </a:ext>
            </a:extLst>
          </p:cNvPr>
          <p:cNvGrpSpPr/>
          <p:nvPr/>
        </p:nvGrpSpPr>
        <p:grpSpPr>
          <a:xfrm>
            <a:off x="11817346" y="2340887"/>
            <a:ext cx="400110" cy="2048590"/>
            <a:chOff x="11831634" y="704963"/>
            <a:chExt cx="400110" cy="2048590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51AC93D-D77B-4908-B8A1-3E666786B1FF}"/>
                </a:ext>
              </a:extLst>
            </p:cNvPr>
            <p:cNvSpPr txBox="1"/>
            <p:nvPr/>
          </p:nvSpPr>
          <p:spPr>
            <a:xfrm>
              <a:off x="11831634" y="719251"/>
              <a:ext cx="400110" cy="202715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400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Consulting &amp; Solution</a:t>
              </a: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1481FE21-D5F1-462C-A346-7C9E226DBFF9}"/>
                </a:ext>
              </a:extLst>
            </p:cNvPr>
            <p:cNvCxnSpPr>
              <a:cxnSpLocks/>
            </p:cNvCxnSpPr>
            <p:nvPr/>
          </p:nvCxnSpPr>
          <p:spPr>
            <a:xfrm>
              <a:off x="11884380" y="704963"/>
              <a:ext cx="0" cy="204859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7" name="Object 21">
            <a:extLst>
              <a:ext uri="{FF2B5EF4-FFF2-40B4-BE49-F238E27FC236}">
                <a16:creationId xmlns:a16="http://schemas.microsoft.com/office/drawing/2014/main" id="{F4802ED9-7564-4DF7-9C81-8CF2E8E3EA73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951202" y="2726319"/>
            <a:ext cx="489047" cy="458262"/>
          </a:xfrm>
          <a:prstGeom prst="rect">
            <a:avLst/>
          </a:prstGeom>
        </p:spPr>
      </p:pic>
      <p:pic>
        <p:nvPicPr>
          <p:cNvPr id="68" name="Object 29">
            <a:extLst>
              <a:ext uri="{FF2B5EF4-FFF2-40B4-BE49-F238E27FC236}">
                <a16:creationId xmlns:a16="http://schemas.microsoft.com/office/drawing/2014/main" id="{99F4EFFA-16D6-4A63-AE7F-4AF5EF34396C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008979" y="3817192"/>
            <a:ext cx="430493" cy="459921"/>
          </a:xfrm>
          <a:prstGeom prst="rect">
            <a:avLst/>
          </a:prstGeom>
        </p:spPr>
      </p:pic>
      <p:pic>
        <p:nvPicPr>
          <p:cNvPr id="69" name="Object 37">
            <a:extLst>
              <a:ext uri="{FF2B5EF4-FFF2-40B4-BE49-F238E27FC236}">
                <a16:creationId xmlns:a16="http://schemas.microsoft.com/office/drawing/2014/main" id="{3F1D7C5C-CF8B-469E-A3C5-941DF5577653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962026" y="4868282"/>
            <a:ext cx="527651" cy="52765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39EE6B1-ACC5-484D-B087-DFEF297F1CC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25639" y="2775548"/>
            <a:ext cx="5570868" cy="322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285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1A205154-E479-4130-BDED-C1846F34E74C}"/>
              </a:ext>
            </a:extLst>
          </p:cNvPr>
          <p:cNvGrpSpPr/>
          <p:nvPr/>
        </p:nvGrpSpPr>
        <p:grpSpPr>
          <a:xfrm>
            <a:off x="0" y="-282706"/>
            <a:ext cx="12192000" cy="7140706"/>
            <a:chOff x="0" y="-282706"/>
            <a:chExt cx="12192000" cy="7140706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F46FCA5-2132-409C-BB87-3C73619940E8}"/>
                </a:ext>
              </a:extLst>
            </p:cNvPr>
            <p:cNvGrpSpPr/>
            <p:nvPr/>
          </p:nvGrpSpPr>
          <p:grpSpPr>
            <a:xfrm>
              <a:off x="0" y="-282706"/>
              <a:ext cx="12192000" cy="7140706"/>
              <a:chOff x="0" y="-282706"/>
              <a:chExt cx="12192000" cy="7140706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3171B696-1515-442A-B406-97D9A258A0D2}"/>
                  </a:ext>
                </a:extLst>
              </p:cNvPr>
              <p:cNvGrpSpPr/>
              <p:nvPr/>
            </p:nvGrpSpPr>
            <p:grpSpPr>
              <a:xfrm>
                <a:off x="11584941" y="-282706"/>
                <a:ext cx="607059" cy="6060974"/>
                <a:chOff x="11584941" y="-282706"/>
                <a:chExt cx="607059" cy="6060974"/>
              </a:xfrm>
            </p:grpSpPr>
            <p:pic>
              <p:nvPicPr>
                <p:cNvPr id="73" name="그림 72">
                  <a:extLst>
                    <a:ext uri="{FF2B5EF4-FFF2-40B4-BE49-F238E27FC236}">
                      <a16:creationId xmlns:a16="http://schemas.microsoft.com/office/drawing/2014/main" id="{E8508A10-9485-4CCF-9677-1B6BEDF106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76" name="그림 75">
                  <a:extLst>
                    <a:ext uri="{FF2B5EF4-FFF2-40B4-BE49-F238E27FC236}">
                      <a16:creationId xmlns:a16="http://schemas.microsoft.com/office/drawing/2014/main" id="{9524EDC5-387E-46A3-9A8E-00C6A92CE8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2092" y="737824"/>
                  <a:ext cx="451139" cy="3429468"/>
                </a:xfrm>
                <a:prstGeom prst="rect">
                  <a:avLst/>
                </a:prstGeom>
              </p:spPr>
            </p:pic>
            <p:pic>
              <p:nvPicPr>
                <p:cNvPr id="74" name="그림 73">
                  <a:extLst>
                    <a:ext uri="{FF2B5EF4-FFF2-40B4-BE49-F238E27FC236}">
                      <a16:creationId xmlns:a16="http://schemas.microsoft.com/office/drawing/2014/main" id="{E3179566-94CE-4013-9705-61CC32100E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75" name="그림 74">
                  <a:extLst>
                    <a:ext uri="{FF2B5EF4-FFF2-40B4-BE49-F238E27FC236}">
                      <a16:creationId xmlns:a16="http://schemas.microsoft.com/office/drawing/2014/main" id="{D494320D-A4BE-42E1-BEEB-570243F84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0359" y="1506481"/>
                  <a:ext cx="461641" cy="3524236"/>
                </a:xfrm>
                <a:prstGeom prst="rect">
                  <a:avLst/>
                </a:prstGeom>
              </p:spPr>
            </p:pic>
          </p:grpSp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525A1E7F-D1F2-40EC-B3D8-50D0C3DE80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53852" cy="6858000"/>
              </a:xfrm>
              <a:prstGeom prst="rect">
                <a:avLst/>
              </a:prstGeom>
            </p:spPr>
          </p:pic>
        </p:grp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2301FA35-F7BB-404A-8ED4-C1CA31126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A22DC5DC-C5C3-4A2C-83FA-D9062E442935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53F4EAB1-76FF-4DF5-9EB1-9ED40FDAD0DE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5B46C0D0-1339-4A98-83E0-97A0E7EB6C8A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9ACE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Consulting &amp; Solution </a:t>
              </a:r>
              <a:endParaRPr lang="ko-KR" altLang="en-US" sz="14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B5069A6-DD31-4545-BCB4-E73A8245FFA3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1CDC5AD0-A0FC-4A5D-8EC7-E209C8F1EA5A}"/>
                </a:ext>
              </a:extLst>
            </p:cNvPr>
            <p:cNvCxnSpPr/>
            <p:nvPr/>
          </p:nvCxnSpPr>
          <p:spPr>
            <a:xfrm>
              <a:off x="557807" y="380615"/>
              <a:ext cx="925218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이등변 삼각형 81">
              <a:extLst>
                <a:ext uri="{FF2B5EF4-FFF2-40B4-BE49-F238E27FC236}">
                  <a16:creationId xmlns:a16="http://schemas.microsoft.com/office/drawing/2014/main" id="{E4792D6C-A300-4E0A-B803-0F48D305B803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9ACE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10AF6A7-E930-4A17-89A6-8395150ECC32}"/>
              </a:ext>
            </a:extLst>
          </p:cNvPr>
          <p:cNvGrpSpPr/>
          <p:nvPr/>
        </p:nvGrpSpPr>
        <p:grpSpPr>
          <a:xfrm>
            <a:off x="11817346" y="2333743"/>
            <a:ext cx="400110" cy="2048590"/>
            <a:chOff x="11831634" y="697819"/>
            <a:chExt cx="400110" cy="20485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A790360-D651-4D2F-9367-1615B14A2E5B}"/>
                </a:ext>
              </a:extLst>
            </p:cNvPr>
            <p:cNvSpPr txBox="1"/>
            <p:nvPr/>
          </p:nvSpPr>
          <p:spPr>
            <a:xfrm>
              <a:off x="11831634" y="719251"/>
              <a:ext cx="400110" cy="202715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400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Consulting &amp; Solution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6871114A-DFEC-4451-A9F4-8DCC1FC73715}"/>
                </a:ext>
              </a:extLst>
            </p:cNvPr>
            <p:cNvCxnSpPr>
              <a:cxnSpLocks/>
            </p:cNvCxnSpPr>
            <p:nvPr/>
          </p:nvCxnSpPr>
          <p:spPr>
            <a:xfrm>
              <a:off x="11884380" y="697819"/>
              <a:ext cx="0" cy="204859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3CC5AB53-CD0C-49F1-B860-510B75271E39}"/>
              </a:ext>
            </a:extLst>
          </p:cNvPr>
          <p:cNvSpPr/>
          <p:nvPr/>
        </p:nvSpPr>
        <p:spPr>
          <a:xfrm>
            <a:off x="1504819" y="1677645"/>
            <a:ext cx="8665942" cy="4810306"/>
          </a:xfrm>
          <a:prstGeom prst="roundRect">
            <a:avLst/>
          </a:prstGeom>
          <a:solidFill>
            <a:srgbClr val="F9F9F9"/>
          </a:solidFill>
          <a:ln>
            <a:solidFill>
              <a:srgbClr val="F5F5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C2597FC-AB35-46F6-9CB7-A44C6BF0E177}"/>
              </a:ext>
            </a:extLst>
          </p:cNvPr>
          <p:cNvGrpSpPr/>
          <p:nvPr/>
        </p:nvGrpSpPr>
        <p:grpSpPr>
          <a:xfrm>
            <a:off x="2115269" y="1753401"/>
            <a:ext cx="7445043" cy="4534578"/>
            <a:chOff x="2372438" y="1215062"/>
            <a:chExt cx="6818812" cy="4258010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C4A36338-CC4A-467B-96F0-847ED2735050}"/>
                </a:ext>
              </a:extLst>
            </p:cNvPr>
            <p:cNvGrpSpPr/>
            <p:nvPr/>
          </p:nvGrpSpPr>
          <p:grpSpPr>
            <a:xfrm>
              <a:off x="2372438" y="1215062"/>
              <a:ext cx="6818812" cy="2064648"/>
              <a:chOff x="2467520" y="2382046"/>
              <a:chExt cx="6818812" cy="2064648"/>
            </a:xfrm>
          </p:grpSpPr>
          <p:sp>
            <p:nvSpPr>
              <p:cNvPr id="2" name="사각형: 둥근 모서리 1">
                <a:extLst>
                  <a:ext uri="{FF2B5EF4-FFF2-40B4-BE49-F238E27FC236}">
                    <a16:creationId xmlns:a16="http://schemas.microsoft.com/office/drawing/2014/main" id="{B7CBC034-0B90-4700-9208-A424B5A25943}"/>
                  </a:ext>
                </a:extLst>
              </p:cNvPr>
              <p:cNvSpPr/>
              <p:nvPr/>
            </p:nvSpPr>
            <p:spPr>
              <a:xfrm>
                <a:off x="2467520" y="2520546"/>
                <a:ext cx="6818812" cy="1926148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CDCD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v</a:t>
                </a:r>
                <a:endParaRPr lang="ko-KR" altLang="en-US" dirty="0"/>
              </a:p>
            </p:txBody>
          </p:sp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313E196D-5F0E-413F-894D-864E1320A3E4}"/>
                  </a:ext>
                </a:extLst>
              </p:cNvPr>
              <p:cNvSpPr/>
              <p:nvPr/>
            </p:nvSpPr>
            <p:spPr>
              <a:xfrm>
                <a:off x="2870900" y="2860585"/>
                <a:ext cx="971014" cy="579240"/>
              </a:xfrm>
              <a:prstGeom prst="roundRect">
                <a:avLst/>
              </a:prstGeom>
              <a:solidFill>
                <a:srgbClr val="9ACECA"/>
              </a:solidFill>
              <a:ln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" name="화살표: 오른쪽 3">
                <a:extLst>
                  <a:ext uri="{FF2B5EF4-FFF2-40B4-BE49-F238E27FC236}">
                    <a16:creationId xmlns:a16="http://schemas.microsoft.com/office/drawing/2014/main" id="{5051FD9B-98B7-4F6C-9367-8DB04F34A0BD}"/>
                  </a:ext>
                </a:extLst>
              </p:cNvPr>
              <p:cNvSpPr/>
              <p:nvPr/>
            </p:nvSpPr>
            <p:spPr>
              <a:xfrm>
                <a:off x="3951278" y="2897799"/>
                <a:ext cx="591447" cy="402112"/>
              </a:xfrm>
              <a:prstGeom prst="rightArrow">
                <a:avLst/>
              </a:prstGeom>
              <a:solidFill>
                <a:srgbClr val="9ACECA"/>
              </a:solidFill>
              <a:ln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화살표: 오른쪽 32">
                <a:extLst>
                  <a:ext uri="{FF2B5EF4-FFF2-40B4-BE49-F238E27FC236}">
                    <a16:creationId xmlns:a16="http://schemas.microsoft.com/office/drawing/2014/main" id="{D5D4E13A-4E60-4B80-A761-E15BBF37ED1B}"/>
                  </a:ext>
                </a:extLst>
              </p:cNvPr>
              <p:cNvSpPr/>
              <p:nvPr/>
            </p:nvSpPr>
            <p:spPr>
              <a:xfrm>
                <a:off x="4609876" y="2902119"/>
                <a:ext cx="591447" cy="402112"/>
              </a:xfrm>
              <a:prstGeom prst="rightArrow">
                <a:avLst/>
              </a:prstGeom>
              <a:solidFill>
                <a:srgbClr val="9ACECA"/>
              </a:solidFill>
              <a:ln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화살표: 오른쪽 33">
                <a:extLst>
                  <a:ext uri="{FF2B5EF4-FFF2-40B4-BE49-F238E27FC236}">
                    <a16:creationId xmlns:a16="http://schemas.microsoft.com/office/drawing/2014/main" id="{074AF69A-C91C-4353-BA62-4964912DDF7B}"/>
                  </a:ext>
                </a:extLst>
              </p:cNvPr>
              <p:cNvSpPr/>
              <p:nvPr/>
            </p:nvSpPr>
            <p:spPr>
              <a:xfrm>
                <a:off x="5264817" y="2897799"/>
                <a:ext cx="591447" cy="402112"/>
              </a:xfrm>
              <a:prstGeom prst="rightArrow">
                <a:avLst/>
              </a:prstGeom>
              <a:solidFill>
                <a:srgbClr val="9ACECA"/>
              </a:solidFill>
              <a:ln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화살표: 오른쪽 34">
                <a:extLst>
                  <a:ext uri="{FF2B5EF4-FFF2-40B4-BE49-F238E27FC236}">
                    <a16:creationId xmlns:a16="http://schemas.microsoft.com/office/drawing/2014/main" id="{FF459FA4-1CA4-449F-9218-285C4434009E}"/>
                  </a:ext>
                </a:extLst>
              </p:cNvPr>
              <p:cNvSpPr/>
              <p:nvPr/>
            </p:nvSpPr>
            <p:spPr>
              <a:xfrm>
                <a:off x="5909010" y="2897799"/>
                <a:ext cx="591447" cy="402112"/>
              </a:xfrm>
              <a:prstGeom prst="rightArrow">
                <a:avLst/>
              </a:prstGeom>
              <a:solidFill>
                <a:srgbClr val="9ACECA"/>
              </a:solidFill>
              <a:ln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화살표: 오른쪽 35">
                <a:extLst>
                  <a:ext uri="{FF2B5EF4-FFF2-40B4-BE49-F238E27FC236}">
                    <a16:creationId xmlns:a16="http://schemas.microsoft.com/office/drawing/2014/main" id="{4AA0FF0E-0C1A-46A4-8470-66095378422A}"/>
                  </a:ext>
                </a:extLst>
              </p:cNvPr>
              <p:cNvSpPr/>
              <p:nvPr/>
            </p:nvSpPr>
            <p:spPr>
              <a:xfrm>
                <a:off x="6564097" y="2897799"/>
                <a:ext cx="591447" cy="402112"/>
              </a:xfrm>
              <a:prstGeom prst="rightArrow">
                <a:avLst/>
              </a:prstGeom>
              <a:solidFill>
                <a:srgbClr val="9ACECA"/>
              </a:solidFill>
              <a:ln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화살표: 오른쪽 36">
                <a:extLst>
                  <a:ext uri="{FF2B5EF4-FFF2-40B4-BE49-F238E27FC236}">
                    <a16:creationId xmlns:a16="http://schemas.microsoft.com/office/drawing/2014/main" id="{6F518375-8383-4D75-9403-D2F21C65B6D4}"/>
                  </a:ext>
                </a:extLst>
              </p:cNvPr>
              <p:cNvSpPr/>
              <p:nvPr/>
            </p:nvSpPr>
            <p:spPr>
              <a:xfrm>
                <a:off x="7219038" y="2903753"/>
                <a:ext cx="591447" cy="402112"/>
              </a:xfrm>
              <a:prstGeom prst="rightArrow">
                <a:avLst/>
              </a:prstGeom>
              <a:solidFill>
                <a:srgbClr val="9ACECA"/>
              </a:solidFill>
              <a:ln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E7D123D4-F4AC-4035-B90F-639AB63C9F30}"/>
                  </a:ext>
                </a:extLst>
              </p:cNvPr>
              <p:cNvSpPr/>
              <p:nvPr/>
            </p:nvSpPr>
            <p:spPr>
              <a:xfrm>
                <a:off x="7916627" y="2809235"/>
                <a:ext cx="971014" cy="579240"/>
              </a:xfrm>
              <a:prstGeom prst="roundRect">
                <a:avLst/>
              </a:prstGeom>
              <a:solidFill>
                <a:srgbClr val="9ACECA"/>
              </a:solidFill>
              <a:ln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6C33FF-AFAC-42DC-B261-B8C721CD95C3}"/>
                  </a:ext>
                </a:extLst>
              </p:cNvPr>
              <p:cNvSpPr txBox="1"/>
              <p:nvPr/>
            </p:nvSpPr>
            <p:spPr>
              <a:xfrm>
                <a:off x="5078173" y="2382046"/>
                <a:ext cx="14285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dirty="0">
                    <a:solidFill>
                      <a:srgbClr val="9ACECA"/>
                    </a:solidFill>
                    <a:highlight>
                      <a:srgbClr val="FFFFFF"/>
                    </a:highlight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물리 서버 도입     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B51120-5C55-4F58-8C52-55ECEB1CC323}"/>
                  </a:ext>
                </a:extLst>
              </p:cNvPr>
              <p:cNvSpPr txBox="1"/>
              <p:nvPr/>
            </p:nvSpPr>
            <p:spPr>
              <a:xfrm>
                <a:off x="2845551" y="3038214"/>
                <a:ext cx="1040670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50" dirty="0">
                    <a:solidFill>
                      <a:srgbClr val="FFFFFF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서버 도입 필요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7A39F03-AD95-4393-A985-0305CC8DBB91}"/>
                  </a:ext>
                </a:extLst>
              </p:cNvPr>
              <p:cNvSpPr txBox="1"/>
              <p:nvPr/>
            </p:nvSpPr>
            <p:spPr>
              <a:xfrm>
                <a:off x="8192782" y="2978528"/>
                <a:ext cx="41870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rgbClr val="FFFFFF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GO!</a:t>
                </a:r>
                <a:endParaRPr lang="ko-KR" altLang="en-US" sz="1050" dirty="0">
                  <a:solidFill>
                    <a:srgbClr val="FFFFFF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0BE47D-81F5-4689-93ED-88E5DE962220}"/>
                  </a:ext>
                </a:extLst>
              </p:cNvPr>
              <p:cNvSpPr txBox="1"/>
              <p:nvPr/>
            </p:nvSpPr>
            <p:spPr>
              <a:xfrm>
                <a:off x="3962117" y="3360168"/>
                <a:ext cx="580608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Vender</a:t>
                </a:r>
              </a:p>
              <a:p>
                <a:pPr algn="ctr"/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선택</a:t>
                </a:r>
                <a:endParaRPr lang="en-US" altLang="ko-KR" sz="900" dirty="0">
                  <a:solidFill>
                    <a:srgbClr val="888888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  <a:p>
                <a:pPr algn="ctr"/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(2</a:t>
                </a:r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일</a:t>
                </a:r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)</a:t>
                </a:r>
                <a:endParaRPr lang="ko-KR" altLang="en-US" dirty="0">
                  <a:solidFill>
                    <a:srgbClr val="888888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900887B-5260-4F90-9E31-719B5071DAD4}"/>
                  </a:ext>
                </a:extLst>
              </p:cNvPr>
              <p:cNvSpPr txBox="1"/>
              <p:nvPr/>
            </p:nvSpPr>
            <p:spPr>
              <a:xfrm>
                <a:off x="4678791" y="3363160"/>
                <a:ext cx="445956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H/W</a:t>
                </a:r>
              </a:p>
              <a:p>
                <a:pPr algn="ctr"/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선택</a:t>
                </a:r>
                <a:endParaRPr lang="en-US" altLang="ko-KR" sz="900" dirty="0">
                  <a:solidFill>
                    <a:srgbClr val="888888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  <a:p>
                <a:pPr algn="ctr"/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(3</a:t>
                </a:r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일</a:t>
                </a:r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)</a:t>
                </a:r>
                <a:endParaRPr lang="ko-KR" altLang="en-US" dirty="0">
                  <a:solidFill>
                    <a:srgbClr val="888888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E21206D-47A9-43A4-BE83-3B8238483538}"/>
                  </a:ext>
                </a:extLst>
              </p:cNvPr>
              <p:cNvSpPr txBox="1"/>
              <p:nvPr/>
            </p:nvSpPr>
            <p:spPr>
              <a:xfrm>
                <a:off x="5264624" y="3367129"/>
                <a:ext cx="556564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내부</a:t>
                </a:r>
                <a:endParaRPr lang="en-US" altLang="ko-KR" sz="900" dirty="0">
                  <a:solidFill>
                    <a:srgbClr val="888888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  <a:p>
                <a:pPr algn="ctr"/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품의</a:t>
                </a:r>
                <a:endParaRPr lang="en-US" altLang="ko-KR" sz="900" dirty="0">
                  <a:solidFill>
                    <a:srgbClr val="888888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  <a:p>
                <a:pPr algn="ctr"/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(1</a:t>
                </a:r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주일</a:t>
                </a:r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)</a:t>
                </a:r>
                <a:endParaRPr lang="ko-KR" altLang="en-US" dirty="0">
                  <a:solidFill>
                    <a:srgbClr val="888888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5D31CF3-D21A-4302-A184-77B5BAC50A16}"/>
                  </a:ext>
                </a:extLst>
              </p:cNvPr>
              <p:cNvSpPr txBox="1"/>
              <p:nvPr/>
            </p:nvSpPr>
            <p:spPr>
              <a:xfrm>
                <a:off x="5824071" y="3373664"/>
                <a:ext cx="678391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장비</a:t>
                </a:r>
                <a:endParaRPr lang="en-US" altLang="ko-KR" sz="900" dirty="0">
                  <a:solidFill>
                    <a:srgbClr val="888888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  <a:p>
                <a:pPr algn="ctr"/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배송</a:t>
                </a:r>
                <a:endParaRPr lang="en-US" altLang="ko-KR" sz="900" dirty="0">
                  <a:solidFill>
                    <a:srgbClr val="888888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  <a:p>
                <a:pPr algn="ctr"/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(2-3</a:t>
                </a:r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주일</a:t>
                </a:r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)</a:t>
                </a:r>
                <a:endParaRPr lang="ko-KR" altLang="en-US" dirty="0">
                  <a:solidFill>
                    <a:srgbClr val="888888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376B370-96E5-4692-BA56-734C6F534759}"/>
                  </a:ext>
                </a:extLst>
              </p:cNvPr>
              <p:cNvSpPr txBox="1"/>
              <p:nvPr/>
            </p:nvSpPr>
            <p:spPr>
              <a:xfrm>
                <a:off x="6597646" y="3379766"/>
                <a:ext cx="445956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장비</a:t>
                </a:r>
                <a:endParaRPr lang="en-US" altLang="ko-KR" sz="900" dirty="0">
                  <a:solidFill>
                    <a:srgbClr val="888888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  <a:p>
                <a:pPr algn="ctr"/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입고</a:t>
                </a:r>
                <a:endParaRPr lang="en-US" altLang="ko-KR" sz="900" dirty="0">
                  <a:solidFill>
                    <a:srgbClr val="888888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  <a:p>
                <a:pPr algn="ctr"/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(2</a:t>
                </a:r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일</a:t>
                </a:r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)</a:t>
                </a:r>
                <a:endParaRPr lang="ko-KR" altLang="en-US" dirty="0">
                  <a:solidFill>
                    <a:srgbClr val="888888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36158A4-1021-47C0-8A35-70EA073B2AC1}"/>
                  </a:ext>
                </a:extLst>
              </p:cNvPr>
              <p:cNvSpPr txBox="1"/>
              <p:nvPr/>
            </p:nvSpPr>
            <p:spPr>
              <a:xfrm>
                <a:off x="7109536" y="3377811"/>
                <a:ext cx="710452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OS</a:t>
                </a:r>
              </a:p>
              <a:p>
                <a:pPr algn="ctr"/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설치</a:t>
                </a:r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&amp;</a:t>
                </a:r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구성</a:t>
                </a:r>
                <a:endParaRPr lang="en-US" altLang="ko-KR" sz="900" dirty="0">
                  <a:solidFill>
                    <a:srgbClr val="888888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  <a:p>
                <a:pPr algn="ctr"/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(2</a:t>
                </a:r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일</a:t>
                </a:r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-3</a:t>
                </a:r>
                <a:r>
                  <a:rPr lang="ko-KR" altLang="en-US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일</a:t>
                </a:r>
                <a:r>
                  <a: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)</a:t>
                </a:r>
                <a:endParaRPr lang="ko-KR" altLang="en-US" dirty="0">
                  <a:solidFill>
                    <a:srgbClr val="888888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E659B81B-BB05-4B6F-9059-977591981518}"/>
                  </a:ext>
                </a:extLst>
              </p:cNvPr>
              <p:cNvCxnSpPr/>
              <p:nvPr/>
            </p:nvCxnSpPr>
            <p:spPr>
              <a:xfrm>
                <a:off x="4066903" y="4014651"/>
                <a:ext cx="3743582" cy="0"/>
              </a:xfrm>
              <a:prstGeom prst="straightConnector1">
                <a:avLst/>
              </a:prstGeom>
              <a:ln>
                <a:solidFill>
                  <a:srgbClr val="7BB6B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194BD50D-3E2D-4321-A32D-40F2A70AB735}"/>
                  </a:ext>
                </a:extLst>
              </p:cNvPr>
              <p:cNvCxnSpPr/>
              <p:nvPr/>
            </p:nvCxnSpPr>
            <p:spPr>
              <a:xfrm>
                <a:off x="3990727" y="3955314"/>
                <a:ext cx="0" cy="120300"/>
              </a:xfrm>
              <a:prstGeom prst="line">
                <a:avLst/>
              </a:prstGeom>
              <a:ln w="28575">
                <a:solidFill>
                  <a:srgbClr val="7BB6B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B5EE8F8E-6B27-4344-8DDB-D1375DA93C0B}"/>
                  </a:ext>
                </a:extLst>
              </p:cNvPr>
              <p:cNvCxnSpPr/>
              <p:nvPr/>
            </p:nvCxnSpPr>
            <p:spPr>
              <a:xfrm>
                <a:off x="7888347" y="3959668"/>
                <a:ext cx="0" cy="120300"/>
              </a:xfrm>
              <a:prstGeom prst="line">
                <a:avLst/>
              </a:prstGeom>
              <a:ln w="28575">
                <a:solidFill>
                  <a:srgbClr val="7BB6B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84A35F-8901-4B37-BDCA-5D41E9BEE1A2}"/>
                  </a:ext>
                </a:extLst>
              </p:cNvPr>
              <p:cNvSpPr txBox="1"/>
              <p:nvPr/>
            </p:nvSpPr>
            <p:spPr>
              <a:xfrm>
                <a:off x="4609876" y="4062229"/>
                <a:ext cx="270619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장비 선택부터 설치까지 최소 </a:t>
                </a:r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1</a:t>
                </a:r>
                <a:r>
                  <a:rPr lang="ko-KR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개월 이상 소요</a:t>
                </a: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12E3D542-6E0E-4584-865C-729BA035FAFE}"/>
                </a:ext>
              </a:extLst>
            </p:cNvPr>
            <p:cNvGrpSpPr/>
            <p:nvPr/>
          </p:nvGrpSpPr>
          <p:grpSpPr>
            <a:xfrm>
              <a:off x="2372438" y="3435353"/>
              <a:ext cx="6818812" cy="2037719"/>
              <a:chOff x="2372438" y="3435353"/>
              <a:chExt cx="6818812" cy="2037719"/>
            </a:xfrm>
          </p:grpSpPr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C497C75D-32F1-4078-972B-97985DEDD156}"/>
                  </a:ext>
                </a:extLst>
              </p:cNvPr>
              <p:cNvGrpSpPr/>
              <p:nvPr/>
            </p:nvGrpSpPr>
            <p:grpSpPr>
              <a:xfrm>
                <a:off x="2372438" y="3435353"/>
                <a:ext cx="6818812" cy="2037719"/>
                <a:chOff x="2467520" y="2408975"/>
                <a:chExt cx="6818812" cy="2037719"/>
              </a:xfrm>
            </p:grpSpPr>
            <p:sp>
              <p:nvSpPr>
                <p:cNvPr id="54" name="사각형: 둥근 모서리 53">
                  <a:extLst>
                    <a:ext uri="{FF2B5EF4-FFF2-40B4-BE49-F238E27FC236}">
                      <a16:creationId xmlns:a16="http://schemas.microsoft.com/office/drawing/2014/main" id="{E54F582C-886F-4990-B0F5-864A099541CE}"/>
                    </a:ext>
                  </a:extLst>
                </p:cNvPr>
                <p:cNvSpPr/>
                <p:nvPr/>
              </p:nvSpPr>
              <p:spPr>
                <a:xfrm>
                  <a:off x="2467520" y="2520546"/>
                  <a:ext cx="6818812" cy="1926148"/>
                </a:xfrm>
                <a:prstGeom prst="roundRect">
                  <a:avLst/>
                </a:prstGeom>
                <a:solidFill>
                  <a:schemeClr val="bg1"/>
                </a:solidFill>
                <a:ln w="28575">
                  <a:solidFill>
                    <a:srgbClr val="CDCDC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v</a:t>
                  </a:r>
                  <a:endParaRPr lang="ko-KR" altLang="en-US" dirty="0"/>
                </a:p>
              </p:txBody>
            </p:sp>
            <p:sp>
              <p:nvSpPr>
                <p:cNvPr id="55" name="사각형: 둥근 모서리 54">
                  <a:extLst>
                    <a:ext uri="{FF2B5EF4-FFF2-40B4-BE49-F238E27FC236}">
                      <a16:creationId xmlns:a16="http://schemas.microsoft.com/office/drawing/2014/main" id="{7AAF7C68-D7F9-4EFC-A836-5720C826CFDB}"/>
                    </a:ext>
                  </a:extLst>
                </p:cNvPr>
                <p:cNvSpPr/>
                <p:nvPr/>
              </p:nvSpPr>
              <p:spPr>
                <a:xfrm>
                  <a:off x="2870900" y="2860585"/>
                  <a:ext cx="971014" cy="579240"/>
                </a:xfrm>
                <a:prstGeom prst="roundRect">
                  <a:avLst/>
                </a:prstGeom>
                <a:solidFill>
                  <a:srgbClr val="9ACECA"/>
                </a:solidFill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6" name="화살표: 오른쪽 55">
                  <a:extLst>
                    <a:ext uri="{FF2B5EF4-FFF2-40B4-BE49-F238E27FC236}">
                      <a16:creationId xmlns:a16="http://schemas.microsoft.com/office/drawing/2014/main" id="{19463703-BC28-41EE-8CAF-27507C40F304}"/>
                    </a:ext>
                  </a:extLst>
                </p:cNvPr>
                <p:cNvSpPr/>
                <p:nvPr/>
              </p:nvSpPr>
              <p:spPr>
                <a:xfrm>
                  <a:off x="3951278" y="2897799"/>
                  <a:ext cx="1217961" cy="402112"/>
                </a:xfrm>
                <a:prstGeom prst="rightArrow">
                  <a:avLst/>
                </a:prstGeom>
                <a:solidFill>
                  <a:srgbClr val="9ACECA"/>
                </a:solidFill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62" name="사각형: 둥근 모서리 61">
                  <a:extLst>
                    <a:ext uri="{FF2B5EF4-FFF2-40B4-BE49-F238E27FC236}">
                      <a16:creationId xmlns:a16="http://schemas.microsoft.com/office/drawing/2014/main" id="{5B6AD327-149D-47DB-AFFB-54BC5B026352}"/>
                    </a:ext>
                  </a:extLst>
                </p:cNvPr>
                <p:cNvSpPr/>
                <p:nvPr/>
              </p:nvSpPr>
              <p:spPr>
                <a:xfrm>
                  <a:off x="7916627" y="2809235"/>
                  <a:ext cx="971014" cy="579240"/>
                </a:xfrm>
                <a:prstGeom prst="roundRect">
                  <a:avLst/>
                </a:prstGeom>
                <a:solidFill>
                  <a:srgbClr val="9ACECA"/>
                </a:solidFill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70B9D25-7A28-42B9-9795-81F5A3DE5DD6}"/>
                    </a:ext>
                  </a:extLst>
                </p:cNvPr>
                <p:cNvSpPr txBox="1"/>
                <p:nvPr/>
              </p:nvSpPr>
              <p:spPr>
                <a:xfrm>
                  <a:off x="4741731" y="2408975"/>
                  <a:ext cx="239392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solidFill>
                        <a:srgbClr val="9ACECA"/>
                      </a:solidFill>
                      <a:highlight>
                        <a:srgbClr val="FFFFFF"/>
                      </a:highlight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Amazon </a:t>
                  </a:r>
                  <a:r>
                    <a:rPr lang="en-US" altLang="ko-KR" sz="1200">
                      <a:solidFill>
                        <a:srgbClr val="9ACECA"/>
                      </a:solidFill>
                      <a:highlight>
                        <a:srgbClr val="FFFFFF"/>
                      </a:highlight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Web Services </a:t>
                  </a:r>
                  <a:r>
                    <a:rPr lang="ko-KR" altLang="en-US" sz="1200" dirty="0">
                      <a:solidFill>
                        <a:srgbClr val="9ACECA"/>
                      </a:solidFill>
                      <a:highlight>
                        <a:srgbClr val="FFFFFF"/>
                      </a:highlight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도입     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55C7C35-7804-4981-B001-5707C582AE17}"/>
                    </a:ext>
                  </a:extLst>
                </p:cNvPr>
                <p:cNvSpPr txBox="1"/>
                <p:nvPr/>
              </p:nvSpPr>
              <p:spPr>
                <a:xfrm>
                  <a:off x="2845551" y="3038214"/>
                  <a:ext cx="1040670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050" dirty="0">
                      <a:solidFill>
                        <a:srgbClr val="FFFFFF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서버 도입 필요</a:t>
                  </a: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EE8BD7AB-98F1-4C40-96F7-60F1FB9C41CA}"/>
                    </a:ext>
                  </a:extLst>
                </p:cNvPr>
                <p:cNvSpPr txBox="1"/>
                <p:nvPr/>
              </p:nvSpPr>
              <p:spPr>
                <a:xfrm>
                  <a:off x="8192782" y="2978528"/>
                  <a:ext cx="418704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50" dirty="0">
                      <a:solidFill>
                        <a:srgbClr val="FFFFFF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GO!</a:t>
                  </a:r>
                  <a:endParaRPr lang="ko-KR" altLang="en-US" sz="1050" dirty="0">
                    <a:solidFill>
                      <a:srgbClr val="FFFFFF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971841E-E08E-41EC-97E1-6C37D4573153}"/>
                    </a:ext>
                  </a:extLst>
                </p:cNvPr>
                <p:cNvSpPr txBox="1"/>
                <p:nvPr/>
              </p:nvSpPr>
              <p:spPr>
                <a:xfrm>
                  <a:off x="4231940" y="3331574"/>
                  <a:ext cx="627096" cy="5078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900" dirty="0">
                      <a:solidFill>
                        <a:srgbClr val="888888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AWS</a:t>
                  </a:r>
                </a:p>
                <a:p>
                  <a:pPr algn="ctr"/>
                  <a:r>
                    <a:rPr lang="ko-KR" altLang="en-US" sz="900" dirty="0">
                      <a:solidFill>
                        <a:srgbClr val="888888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회원가입</a:t>
                  </a:r>
                  <a:endPara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endParaRPr>
                </a:p>
                <a:p>
                  <a:pPr algn="ctr"/>
                  <a:r>
                    <a:rPr lang="en-US" altLang="ko-KR" sz="900" dirty="0">
                      <a:solidFill>
                        <a:srgbClr val="888888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(30</a:t>
                  </a:r>
                  <a:r>
                    <a:rPr lang="ko-KR" altLang="en-US" sz="900" dirty="0">
                      <a:solidFill>
                        <a:srgbClr val="888888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분</a:t>
                  </a:r>
                  <a:r>
                    <a:rPr lang="en-US" altLang="ko-KR" sz="900" dirty="0">
                      <a:solidFill>
                        <a:srgbClr val="888888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)</a:t>
                  </a:r>
                  <a:endParaRPr lang="ko-KR" altLang="en-US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endParaRP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C048597-8A8B-464F-A848-E1AA9ECD4350}"/>
                    </a:ext>
                  </a:extLst>
                </p:cNvPr>
                <p:cNvSpPr txBox="1"/>
                <p:nvPr/>
              </p:nvSpPr>
              <p:spPr>
                <a:xfrm>
                  <a:off x="5459444" y="3355464"/>
                  <a:ext cx="805029" cy="5078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o-KR" altLang="en-US" sz="900" dirty="0">
                      <a:solidFill>
                        <a:srgbClr val="888888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서버 타입</a:t>
                  </a:r>
                  <a:endPara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endParaRPr>
                </a:p>
                <a:p>
                  <a:pPr algn="ctr"/>
                  <a:r>
                    <a:rPr lang="ko-KR" altLang="en-US" sz="900" dirty="0">
                      <a:solidFill>
                        <a:srgbClr val="888888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및 사양 선택</a:t>
                  </a:r>
                  <a:endPara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endParaRPr>
                </a:p>
                <a:p>
                  <a:pPr algn="ctr"/>
                  <a:r>
                    <a:rPr lang="en-US" altLang="ko-KR" sz="900" dirty="0">
                      <a:solidFill>
                        <a:srgbClr val="888888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(10</a:t>
                  </a:r>
                  <a:r>
                    <a:rPr lang="ko-KR" altLang="en-US" sz="900" dirty="0">
                      <a:solidFill>
                        <a:srgbClr val="888888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분</a:t>
                  </a:r>
                  <a:r>
                    <a:rPr lang="en-US" altLang="ko-KR" sz="900" dirty="0">
                      <a:solidFill>
                        <a:srgbClr val="888888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)</a:t>
                  </a:r>
                  <a:endParaRPr lang="ko-KR" altLang="en-US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endParaRP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AAD489CB-CA55-4B5B-8A49-2CCAD4D8200D}"/>
                    </a:ext>
                  </a:extLst>
                </p:cNvPr>
                <p:cNvSpPr txBox="1"/>
                <p:nvPr/>
              </p:nvSpPr>
              <p:spPr>
                <a:xfrm>
                  <a:off x="6746823" y="3331574"/>
                  <a:ext cx="805029" cy="5078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900" dirty="0">
                      <a:solidFill>
                        <a:srgbClr val="888888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EC2</a:t>
                  </a:r>
                </a:p>
                <a:p>
                  <a:pPr algn="ctr"/>
                  <a:r>
                    <a:rPr lang="ko-KR" altLang="en-US" sz="900" dirty="0">
                      <a:solidFill>
                        <a:srgbClr val="888888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생성 및 구성</a:t>
                  </a:r>
                  <a:endParaRPr lang="en-US" altLang="ko-KR" sz="900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endParaRPr>
                </a:p>
                <a:p>
                  <a:pPr algn="ctr"/>
                  <a:r>
                    <a:rPr lang="en-US" altLang="ko-KR" sz="900" dirty="0">
                      <a:solidFill>
                        <a:srgbClr val="888888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(20</a:t>
                  </a:r>
                  <a:r>
                    <a:rPr lang="ko-KR" altLang="en-US" sz="900" dirty="0">
                      <a:solidFill>
                        <a:srgbClr val="888888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분</a:t>
                  </a:r>
                  <a:r>
                    <a:rPr lang="en-US" altLang="ko-KR" sz="900" dirty="0">
                      <a:solidFill>
                        <a:srgbClr val="888888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)</a:t>
                  </a:r>
                  <a:endParaRPr lang="ko-KR" altLang="en-US" dirty="0">
                    <a:solidFill>
                      <a:srgbClr val="888888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endParaRPr>
                </a:p>
              </p:txBody>
            </p:sp>
            <p:cxnSp>
              <p:nvCxnSpPr>
                <p:cNvPr id="85" name="직선 화살표 연결선 84">
                  <a:extLst>
                    <a:ext uri="{FF2B5EF4-FFF2-40B4-BE49-F238E27FC236}">
                      <a16:creationId xmlns:a16="http://schemas.microsoft.com/office/drawing/2014/main" id="{BA75D0BE-189F-4F18-9A2F-5E81E5295534}"/>
                    </a:ext>
                  </a:extLst>
                </p:cNvPr>
                <p:cNvCxnSpPr/>
                <p:nvPr/>
              </p:nvCxnSpPr>
              <p:spPr>
                <a:xfrm>
                  <a:off x="4066903" y="4014651"/>
                  <a:ext cx="3743582" cy="0"/>
                </a:xfrm>
                <a:prstGeom prst="straightConnector1">
                  <a:avLst/>
                </a:prstGeom>
                <a:ln>
                  <a:solidFill>
                    <a:srgbClr val="7BB6B4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53E36FAD-8E17-4C49-AB80-0C006C55AD11}"/>
                    </a:ext>
                  </a:extLst>
                </p:cNvPr>
                <p:cNvCxnSpPr/>
                <p:nvPr/>
              </p:nvCxnSpPr>
              <p:spPr>
                <a:xfrm>
                  <a:off x="3990727" y="3955314"/>
                  <a:ext cx="0" cy="120300"/>
                </a:xfrm>
                <a:prstGeom prst="line">
                  <a:avLst/>
                </a:prstGeom>
                <a:ln w="28575">
                  <a:solidFill>
                    <a:srgbClr val="7BB6B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직선 연결선 86">
                  <a:extLst>
                    <a:ext uri="{FF2B5EF4-FFF2-40B4-BE49-F238E27FC236}">
                      <a16:creationId xmlns:a16="http://schemas.microsoft.com/office/drawing/2014/main" id="{A8D208E8-2121-4EC2-8FA4-584A3BE23ADB}"/>
                    </a:ext>
                  </a:extLst>
                </p:cNvPr>
                <p:cNvCxnSpPr/>
                <p:nvPr/>
              </p:nvCxnSpPr>
              <p:spPr>
                <a:xfrm>
                  <a:off x="7888347" y="3959668"/>
                  <a:ext cx="0" cy="120300"/>
                </a:xfrm>
                <a:prstGeom prst="line">
                  <a:avLst/>
                </a:prstGeom>
                <a:ln w="28575">
                  <a:solidFill>
                    <a:srgbClr val="7BB6B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B481DB16-E7D8-4293-B51E-CDF4B4E5F2A8}"/>
                    </a:ext>
                  </a:extLst>
                </p:cNvPr>
                <p:cNvSpPr txBox="1"/>
                <p:nvPr/>
              </p:nvSpPr>
              <p:spPr>
                <a:xfrm>
                  <a:off x="4774260" y="4051137"/>
                  <a:ext cx="245932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rPr>
                    <a:t>회원 가입부터 설치까지 최소 </a:t>
                  </a:r>
                  <a:r>
                    <a:rPr lang="en-US" altLang="ko-KR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rPr>
                    <a:t>1</a:t>
                  </a:r>
                  <a:r>
                    <a:rPr lang="ko-KR" alt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rPr>
                    <a:t>시간 소요</a:t>
                  </a:r>
                </a:p>
              </p:txBody>
            </p:sp>
          </p:grpSp>
          <p:sp>
            <p:nvSpPr>
              <p:cNvPr id="93" name="화살표: 오른쪽 92">
                <a:extLst>
                  <a:ext uri="{FF2B5EF4-FFF2-40B4-BE49-F238E27FC236}">
                    <a16:creationId xmlns:a16="http://schemas.microsoft.com/office/drawing/2014/main" id="{DFEB8A47-14AA-471D-B521-24B9A50F6ED7}"/>
                  </a:ext>
                </a:extLst>
              </p:cNvPr>
              <p:cNvSpPr/>
              <p:nvPr/>
            </p:nvSpPr>
            <p:spPr>
              <a:xfrm>
                <a:off x="5210819" y="3937246"/>
                <a:ext cx="1217961" cy="402112"/>
              </a:xfrm>
              <a:prstGeom prst="rightArrow">
                <a:avLst/>
              </a:prstGeom>
              <a:solidFill>
                <a:srgbClr val="9ACECA"/>
              </a:solidFill>
              <a:ln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4" name="화살표: 오른쪽 93">
                <a:extLst>
                  <a:ext uri="{FF2B5EF4-FFF2-40B4-BE49-F238E27FC236}">
                    <a16:creationId xmlns:a16="http://schemas.microsoft.com/office/drawing/2014/main" id="{2D0518AA-CCEF-451B-855D-42512642C536}"/>
                  </a:ext>
                </a:extLst>
              </p:cNvPr>
              <p:cNvSpPr/>
              <p:nvPr/>
            </p:nvSpPr>
            <p:spPr>
              <a:xfrm>
                <a:off x="6529526" y="3957145"/>
                <a:ext cx="1217961" cy="402112"/>
              </a:xfrm>
              <a:prstGeom prst="rightArrow">
                <a:avLst/>
              </a:prstGeom>
              <a:solidFill>
                <a:srgbClr val="9ACECA"/>
              </a:solidFill>
              <a:ln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95" name="Object 26">
            <a:extLst>
              <a:ext uri="{FF2B5EF4-FFF2-40B4-BE49-F238E27FC236}">
                <a16:creationId xmlns:a16="http://schemas.microsoft.com/office/drawing/2014/main" id="{81474730-9989-4F04-8E01-26BBE09E9A6C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200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세부 요구사항</a:t>
            </a:r>
            <a:r>
              <a:rPr lang="en-US" altLang="ko-KR" sz="1200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1</a:t>
            </a:r>
            <a:endParaRPr lang="en-US" sz="1200" dirty="0">
              <a:solidFill>
                <a:srgbClr val="7BB6B4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96" name="Object 27">
            <a:extLst>
              <a:ext uri="{FF2B5EF4-FFF2-40B4-BE49-F238E27FC236}">
                <a16:creationId xmlns:a16="http://schemas.microsoft.com/office/drawing/2014/main" id="{FD3D6E3D-88CC-4A34-B75E-993462A29D75}"/>
              </a:ext>
            </a:extLst>
          </p:cNvPr>
          <p:cNvSpPr txBox="1"/>
          <p:nvPr/>
        </p:nvSpPr>
        <p:spPr>
          <a:xfrm>
            <a:off x="383988" y="940963"/>
            <a:ext cx="7140218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altLang="ko-KR" sz="3330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Business Partner</a:t>
            </a:r>
          </a:p>
          <a:p>
            <a:pPr algn="just"/>
            <a:r>
              <a:rPr lang="en-US" altLang="ko-KR" sz="2500" dirty="0">
                <a:solidFill>
                  <a:srgbClr val="7BB6B4"/>
                </a:solidFill>
                <a:latin typeface="에스코어 드림 7 ExtraBold" pitchFamily="34" charset="0"/>
                <a:cs typeface="에스코어 드림 7 ExtraBold" pitchFamily="34" charset="0"/>
              </a:rPr>
              <a:t>&gt; </a:t>
            </a:r>
            <a:endParaRPr lang="en-US" altLang="ko-KR" sz="280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altLang="ko-KR" sz="280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altLang="ko-KR" sz="2500" dirty="0">
              <a:solidFill>
                <a:srgbClr val="7BB6B4"/>
              </a:solidFill>
            </a:endParaRP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84122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1A205154-E479-4130-BDED-C1846F34E74C}"/>
              </a:ext>
            </a:extLst>
          </p:cNvPr>
          <p:cNvGrpSpPr/>
          <p:nvPr/>
        </p:nvGrpSpPr>
        <p:grpSpPr>
          <a:xfrm>
            <a:off x="0" y="-282706"/>
            <a:ext cx="12192000" cy="7140706"/>
            <a:chOff x="0" y="-282706"/>
            <a:chExt cx="12192000" cy="7140706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F46FCA5-2132-409C-BB87-3C73619940E8}"/>
                </a:ext>
              </a:extLst>
            </p:cNvPr>
            <p:cNvGrpSpPr/>
            <p:nvPr/>
          </p:nvGrpSpPr>
          <p:grpSpPr>
            <a:xfrm>
              <a:off x="0" y="-282706"/>
              <a:ext cx="12192000" cy="7140706"/>
              <a:chOff x="0" y="-282706"/>
              <a:chExt cx="12192000" cy="7140706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3171B696-1515-442A-B406-97D9A258A0D2}"/>
                  </a:ext>
                </a:extLst>
              </p:cNvPr>
              <p:cNvGrpSpPr/>
              <p:nvPr/>
            </p:nvGrpSpPr>
            <p:grpSpPr>
              <a:xfrm>
                <a:off x="11584941" y="-282706"/>
                <a:ext cx="607059" cy="6060974"/>
                <a:chOff x="11584941" y="-282706"/>
                <a:chExt cx="607059" cy="6060974"/>
              </a:xfrm>
            </p:grpSpPr>
            <p:pic>
              <p:nvPicPr>
                <p:cNvPr id="73" name="그림 72">
                  <a:extLst>
                    <a:ext uri="{FF2B5EF4-FFF2-40B4-BE49-F238E27FC236}">
                      <a16:creationId xmlns:a16="http://schemas.microsoft.com/office/drawing/2014/main" id="{E8508A10-9485-4CCF-9677-1B6BEDF106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76" name="그림 75">
                  <a:extLst>
                    <a:ext uri="{FF2B5EF4-FFF2-40B4-BE49-F238E27FC236}">
                      <a16:creationId xmlns:a16="http://schemas.microsoft.com/office/drawing/2014/main" id="{9524EDC5-387E-46A3-9A8E-00C6A92CE8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2092" y="737824"/>
                  <a:ext cx="451139" cy="3429468"/>
                </a:xfrm>
                <a:prstGeom prst="rect">
                  <a:avLst/>
                </a:prstGeom>
              </p:spPr>
            </p:pic>
            <p:pic>
              <p:nvPicPr>
                <p:cNvPr id="74" name="그림 73">
                  <a:extLst>
                    <a:ext uri="{FF2B5EF4-FFF2-40B4-BE49-F238E27FC236}">
                      <a16:creationId xmlns:a16="http://schemas.microsoft.com/office/drawing/2014/main" id="{E3179566-94CE-4013-9705-61CC32100E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75" name="그림 74">
                  <a:extLst>
                    <a:ext uri="{FF2B5EF4-FFF2-40B4-BE49-F238E27FC236}">
                      <a16:creationId xmlns:a16="http://schemas.microsoft.com/office/drawing/2014/main" id="{D494320D-A4BE-42E1-BEEB-570243F84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0359" y="1506481"/>
                  <a:ext cx="461641" cy="3524236"/>
                </a:xfrm>
                <a:prstGeom prst="rect">
                  <a:avLst/>
                </a:prstGeom>
              </p:spPr>
            </p:pic>
          </p:grpSp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525A1E7F-D1F2-40EC-B3D8-50D0C3DE80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53852" cy="6858000"/>
              </a:xfrm>
              <a:prstGeom prst="rect">
                <a:avLst/>
              </a:prstGeom>
            </p:spPr>
          </p:pic>
        </p:grp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2301FA35-F7BB-404A-8ED4-C1CA31126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7140218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altLang="ko-KR" sz="3330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Business Partner</a:t>
            </a:r>
          </a:p>
          <a:p>
            <a:pPr algn="just"/>
            <a:r>
              <a:rPr lang="en-US" altLang="ko-KR" sz="2500" dirty="0">
                <a:solidFill>
                  <a:srgbClr val="7BB6B4"/>
                </a:solidFill>
                <a:latin typeface="에스코어 드림 7 ExtraBold" pitchFamily="34" charset="0"/>
                <a:cs typeface="에스코어 드림 7 ExtraBold" pitchFamily="34" charset="0"/>
              </a:rPr>
              <a:t>&gt; </a:t>
            </a:r>
            <a:endParaRPr lang="en-US" altLang="ko-KR" sz="2800" dirty="0">
              <a:solidFill>
                <a:srgbClr val="7BB6B4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altLang="ko-KR" sz="280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altLang="ko-KR" sz="280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altLang="ko-KR" sz="2500" dirty="0">
              <a:solidFill>
                <a:srgbClr val="7BB6B4"/>
              </a:solidFill>
            </a:endParaRP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sz="1200" dirty="0"/>
          </a:p>
        </p:txBody>
      </p:sp>
      <p:sp>
        <p:nvSpPr>
          <p:cNvPr id="70" name="Object 26">
            <a:extLst>
              <a:ext uri="{FF2B5EF4-FFF2-40B4-BE49-F238E27FC236}">
                <a16:creationId xmlns:a16="http://schemas.microsoft.com/office/drawing/2014/main" id="{1401B94C-5034-4FCA-9AE5-76248E030B00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200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세부 요구사항</a:t>
            </a:r>
            <a:r>
              <a:rPr lang="en-US" altLang="ko-KR" sz="1200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1</a:t>
            </a:r>
            <a:endParaRPr lang="en-US" sz="1200" dirty="0">
              <a:solidFill>
                <a:srgbClr val="7BB6B4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A22DC5DC-C5C3-4A2C-83FA-D9062E442935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53F4EAB1-76FF-4DF5-9EB1-9ED40FDAD0DE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5B46C0D0-1339-4A98-83E0-97A0E7EB6C8A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9ACE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Consulting &amp; Solution </a:t>
              </a:r>
              <a:endParaRPr lang="ko-KR" altLang="en-US" sz="14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B5069A6-DD31-4545-BCB4-E73A8245FFA3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1CDC5AD0-A0FC-4A5D-8EC7-E209C8F1EA5A}"/>
                </a:ext>
              </a:extLst>
            </p:cNvPr>
            <p:cNvCxnSpPr/>
            <p:nvPr/>
          </p:nvCxnSpPr>
          <p:spPr>
            <a:xfrm>
              <a:off x="557807" y="380615"/>
              <a:ext cx="925218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이등변 삼각형 81">
              <a:extLst>
                <a:ext uri="{FF2B5EF4-FFF2-40B4-BE49-F238E27FC236}">
                  <a16:creationId xmlns:a16="http://schemas.microsoft.com/office/drawing/2014/main" id="{E4792D6C-A300-4E0A-B803-0F48D305B803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9ACE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10AF6A7-E930-4A17-89A6-8395150ECC32}"/>
              </a:ext>
            </a:extLst>
          </p:cNvPr>
          <p:cNvGrpSpPr/>
          <p:nvPr/>
        </p:nvGrpSpPr>
        <p:grpSpPr>
          <a:xfrm>
            <a:off x="11817346" y="2333743"/>
            <a:ext cx="400110" cy="2048590"/>
            <a:chOff x="11831634" y="697819"/>
            <a:chExt cx="400110" cy="20485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A790360-D651-4D2F-9367-1615B14A2E5B}"/>
                </a:ext>
              </a:extLst>
            </p:cNvPr>
            <p:cNvSpPr txBox="1"/>
            <p:nvPr/>
          </p:nvSpPr>
          <p:spPr>
            <a:xfrm>
              <a:off x="11831634" y="719251"/>
              <a:ext cx="400110" cy="202715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400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Consulting &amp; Solution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6871114A-DFEC-4451-A9F4-8DCC1FC73715}"/>
                </a:ext>
              </a:extLst>
            </p:cNvPr>
            <p:cNvCxnSpPr>
              <a:cxnSpLocks/>
            </p:cNvCxnSpPr>
            <p:nvPr/>
          </p:nvCxnSpPr>
          <p:spPr>
            <a:xfrm>
              <a:off x="11884380" y="697819"/>
              <a:ext cx="0" cy="204859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233EDADC-6A40-4E69-A543-A69F9539DE6D}"/>
              </a:ext>
            </a:extLst>
          </p:cNvPr>
          <p:cNvSpPr/>
          <p:nvPr/>
        </p:nvSpPr>
        <p:spPr>
          <a:xfrm>
            <a:off x="746333" y="2052561"/>
            <a:ext cx="4801876" cy="4486757"/>
          </a:xfrm>
          <a:prstGeom prst="roundRect">
            <a:avLst/>
          </a:prstGeom>
          <a:solidFill>
            <a:srgbClr val="F9F9F9"/>
          </a:solidFill>
          <a:ln>
            <a:solidFill>
              <a:srgbClr val="F5F5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FB6690E-0E75-4869-9FBB-BD166F02FB32}"/>
              </a:ext>
            </a:extLst>
          </p:cNvPr>
          <p:cNvGrpSpPr/>
          <p:nvPr/>
        </p:nvGrpSpPr>
        <p:grpSpPr>
          <a:xfrm>
            <a:off x="990802" y="2563329"/>
            <a:ext cx="4233227" cy="3849217"/>
            <a:chOff x="682952" y="2642609"/>
            <a:chExt cx="4233227" cy="3849217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B448423-4A38-49C5-9DFE-1CF68DC417E5}"/>
                </a:ext>
              </a:extLst>
            </p:cNvPr>
            <p:cNvGrpSpPr/>
            <p:nvPr/>
          </p:nvGrpSpPr>
          <p:grpSpPr>
            <a:xfrm>
              <a:off x="682952" y="2642609"/>
              <a:ext cx="4233227" cy="3545280"/>
              <a:chOff x="682952" y="2642609"/>
              <a:chExt cx="4233227" cy="3545280"/>
            </a:xfrm>
          </p:grpSpPr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A45E57F8-0230-4068-B4A1-C35976472EAB}"/>
                  </a:ext>
                </a:extLst>
              </p:cNvPr>
              <p:cNvGrpSpPr/>
              <p:nvPr/>
            </p:nvGrpSpPr>
            <p:grpSpPr>
              <a:xfrm>
                <a:off x="682952" y="2642609"/>
                <a:ext cx="1801497" cy="2264803"/>
                <a:chOff x="502995" y="2117530"/>
                <a:chExt cx="2413199" cy="2471801"/>
              </a:xfrm>
              <a:solidFill>
                <a:srgbClr val="9ACECA"/>
              </a:solidFill>
            </p:grpSpPr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70BB6F5B-C7D1-41E0-A3E7-03B67272578D}"/>
                    </a:ext>
                  </a:extLst>
                </p:cNvPr>
                <p:cNvSpPr/>
                <p:nvPr/>
              </p:nvSpPr>
              <p:spPr>
                <a:xfrm>
                  <a:off x="502995" y="2117530"/>
                  <a:ext cx="2413199" cy="372630"/>
                </a:xfrm>
                <a:prstGeom prst="roundRect">
                  <a:avLst/>
                </a:prstGeom>
                <a:grpFill/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App optimization</a:t>
                  </a:r>
                  <a:endParaRPr lang="ko-KR" altLang="en-US" sz="1400" dirty="0"/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F895C43C-1C9A-411C-B78C-F411F0788C81}"/>
                    </a:ext>
                  </a:extLst>
                </p:cNvPr>
                <p:cNvSpPr/>
                <p:nvPr/>
              </p:nvSpPr>
              <p:spPr>
                <a:xfrm>
                  <a:off x="502995" y="2532312"/>
                  <a:ext cx="2413199" cy="372632"/>
                </a:xfrm>
                <a:prstGeom prst="roundRect">
                  <a:avLst/>
                </a:prstGeom>
                <a:grpFill/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Scaling</a:t>
                  </a:r>
                  <a:endParaRPr lang="ko-KR" altLang="en-US" sz="1400" dirty="0"/>
                </a:p>
              </p:txBody>
            </p:sp>
            <p:sp>
              <p:nvSpPr>
                <p:cNvPr id="34" name="사각형: 둥근 모서리 33">
                  <a:extLst>
                    <a:ext uri="{FF2B5EF4-FFF2-40B4-BE49-F238E27FC236}">
                      <a16:creationId xmlns:a16="http://schemas.microsoft.com/office/drawing/2014/main" id="{1C2CA33F-731D-4BBC-89E4-8B78408DFC1D}"/>
                    </a:ext>
                  </a:extLst>
                </p:cNvPr>
                <p:cNvSpPr/>
                <p:nvPr/>
              </p:nvSpPr>
              <p:spPr>
                <a:xfrm>
                  <a:off x="502995" y="2960290"/>
                  <a:ext cx="2412000" cy="374400"/>
                </a:xfrm>
                <a:prstGeom prst="roundRect">
                  <a:avLst/>
                </a:prstGeom>
                <a:grpFill/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Database backups</a:t>
                  </a:r>
                  <a:endParaRPr lang="ko-KR" altLang="en-US" sz="1400" dirty="0"/>
                </a:p>
              </p:txBody>
            </p:sp>
            <p:sp>
              <p:nvSpPr>
                <p:cNvPr id="35" name="사각형: 둥근 모서리 34">
                  <a:extLst>
                    <a:ext uri="{FF2B5EF4-FFF2-40B4-BE49-F238E27FC236}">
                      <a16:creationId xmlns:a16="http://schemas.microsoft.com/office/drawing/2014/main" id="{DC3E6B46-5EFB-410C-A922-BF5219EB6715}"/>
                    </a:ext>
                  </a:extLst>
                </p:cNvPr>
                <p:cNvSpPr/>
                <p:nvPr/>
              </p:nvSpPr>
              <p:spPr>
                <a:xfrm>
                  <a:off x="502995" y="3799399"/>
                  <a:ext cx="2412000" cy="374400"/>
                </a:xfrm>
                <a:prstGeom prst="roundRect">
                  <a:avLst/>
                </a:prstGeom>
                <a:grpFill/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DB s/w patches</a:t>
                  </a:r>
                  <a:endParaRPr lang="ko-KR" altLang="en-US" sz="1400" dirty="0"/>
                </a:p>
              </p:txBody>
            </p:sp>
            <p:sp>
              <p:nvSpPr>
                <p:cNvPr id="39" name="사각형: 둥근 모서리 38">
                  <a:extLst>
                    <a:ext uri="{FF2B5EF4-FFF2-40B4-BE49-F238E27FC236}">
                      <a16:creationId xmlns:a16="http://schemas.microsoft.com/office/drawing/2014/main" id="{68DA619C-8F52-45B6-8199-9351BB92914E}"/>
                    </a:ext>
                  </a:extLst>
                </p:cNvPr>
                <p:cNvSpPr/>
                <p:nvPr/>
              </p:nvSpPr>
              <p:spPr>
                <a:xfrm>
                  <a:off x="502995" y="3383867"/>
                  <a:ext cx="2412000" cy="374400"/>
                </a:xfrm>
                <a:prstGeom prst="roundRect">
                  <a:avLst/>
                </a:prstGeom>
                <a:grpFill/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DB s/w installs</a:t>
                  </a:r>
                  <a:endParaRPr lang="ko-KR" altLang="en-US" sz="1400" dirty="0"/>
                </a:p>
              </p:txBody>
            </p:sp>
            <p:sp>
              <p:nvSpPr>
                <p:cNvPr id="40" name="사각형: 둥근 모서리 39">
                  <a:extLst>
                    <a:ext uri="{FF2B5EF4-FFF2-40B4-BE49-F238E27FC236}">
                      <a16:creationId xmlns:a16="http://schemas.microsoft.com/office/drawing/2014/main" id="{8A3F0A60-FD8F-48E2-A0DC-B489F0799326}"/>
                    </a:ext>
                  </a:extLst>
                </p:cNvPr>
                <p:cNvSpPr/>
                <p:nvPr/>
              </p:nvSpPr>
              <p:spPr>
                <a:xfrm>
                  <a:off x="502995" y="4214931"/>
                  <a:ext cx="2412000" cy="374400"/>
                </a:xfrm>
                <a:prstGeom prst="roundRect">
                  <a:avLst/>
                </a:prstGeom>
                <a:grpFill/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OS </a:t>
                  </a:r>
                  <a:r>
                    <a:rPr lang="en-US" altLang="ko-KR" sz="1400" dirty="0" err="1"/>
                    <a:t>patchess</a:t>
                  </a:r>
                  <a:endParaRPr lang="ko-KR" altLang="en-US" sz="1400" dirty="0"/>
                </a:p>
              </p:txBody>
            </p:sp>
          </p:grp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0E8E5D1F-B560-4EF7-A5A2-604978148C87}"/>
                  </a:ext>
                </a:extLst>
              </p:cNvPr>
              <p:cNvGrpSpPr/>
              <p:nvPr/>
            </p:nvGrpSpPr>
            <p:grpSpPr>
              <a:xfrm>
                <a:off x="3114682" y="3414476"/>
                <a:ext cx="1801497" cy="1492937"/>
                <a:chOff x="3227382" y="2959942"/>
                <a:chExt cx="2413199" cy="1629387"/>
              </a:xfrm>
              <a:solidFill>
                <a:srgbClr val="9ACECA"/>
              </a:solidFill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797BA955-74EF-4E49-9624-4618183BC418}"/>
                    </a:ext>
                  </a:extLst>
                </p:cNvPr>
                <p:cNvSpPr/>
                <p:nvPr/>
              </p:nvSpPr>
              <p:spPr>
                <a:xfrm>
                  <a:off x="3228581" y="2959942"/>
                  <a:ext cx="2412000" cy="374400"/>
                </a:xfrm>
                <a:prstGeom prst="roundRect">
                  <a:avLst/>
                </a:prstGeom>
                <a:grpFill/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High availability</a:t>
                  </a:r>
                  <a:endParaRPr lang="ko-KR" altLang="en-US" sz="1400" dirty="0"/>
                </a:p>
              </p:txBody>
            </p:sp>
            <p:sp>
              <p:nvSpPr>
                <p:cNvPr id="43" name="사각형: 둥근 모서리 42">
                  <a:extLst>
                    <a:ext uri="{FF2B5EF4-FFF2-40B4-BE49-F238E27FC236}">
                      <a16:creationId xmlns:a16="http://schemas.microsoft.com/office/drawing/2014/main" id="{B7459756-9225-4C60-BB07-3BDB3168CD67}"/>
                    </a:ext>
                  </a:extLst>
                </p:cNvPr>
                <p:cNvSpPr/>
                <p:nvPr/>
              </p:nvSpPr>
              <p:spPr>
                <a:xfrm>
                  <a:off x="3227382" y="4214930"/>
                  <a:ext cx="2413199" cy="374399"/>
                </a:xfrm>
                <a:prstGeom prst="roundRect">
                  <a:avLst/>
                </a:prstGeom>
                <a:grpFill/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Power, HVAC, net</a:t>
                  </a:r>
                  <a:endParaRPr lang="ko-KR" altLang="en-US" sz="1400" dirty="0"/>
                </a:p>
              </p:txBody>
            </p:sp>
            <p:sp>
              <p:nvSpPr>
                <p:cNvPr id="44" name="사각형: 둥근 모서리 43">
                  <a:extLst>
                    <a:ext uri="{FF2B5EF4-FFF2-40B4-BE49-F238E27FC236}">
                      <a16:creationId xmlns:a16="http://schemas.microsoft.com/office/drawing/2014/main" id="{12FA7A8C-0DAA-4812-87E2-D91BB4EFFBC0}"/>
                    </a:ext>
                  </a:extLst>
                </p:cNvPr>
                <p:cNvSpPr/>
                <p:nvPr/>
              </p:nvSpPr>
              <p:spPr>
                <a:xfrm>
                  <a:off x="3227382" y="3796596"/>
                  <a:ext cx="2413199" cy="374400"/>
                </a:xfrm>
                <a:prstGeom prst="roundRect">
                  <a:avLst/>
                </a:prstGeom>
                <a:grpFill/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RACK &amp; stack</a:t>
                  </a:r>
                  <a:endParaRPr lang="ko-KR" altLang="en-US" sz="1400" dirty="0"/>
                </a:p>
              </p:txBody>
            </p:sp>
            <p:sp>
              <p:nvSpPr>
                <p:cNvPr id="45" name="사각형: 둥근 모서리 44">
                  <a:extLst>
                    <a:ext uri="{FF2B5EF4-FFF2-40B4-BE49-F238E27FC236}">
                      <a16:creationId xmlns:a16="http://schemas.microsoft.com/office/drawing/2014/main" id="{95139E0B-BDAE-44D0-A07D-1D5898F43F4B}"/>
                    </a:ext>
                  </a:extLst>
                </p:cNvPr>
                <p:cNvSpPr/>
                <p:nvPr/>
              </p:nvSpPr>
              <p:spPr>
                <a:xfrm>
                  <a:off x="3227382" y="3383867"/>
                  <a:ext cx="2413199" cy="374400"/>
                </a:xfrm>
                <a:prstGeom prst="roundRect">
                  <a:avLst/>
                </a:prstGeom>
                <a:grpFill/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/>
                    <a:t>Server maintenance</a:t>
                  </a:r>
                  <a:endParaRPr lang="ko-KR" altLang="en-US" sz="1200" dirty="0"/>
                </a:p>
              </p:txBody>
            </p:sp>
          </p:grp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8D42E36D-E6FF-4660-BAF2-1821F3A6E88A}"/>
                  </a:ext>
                </a:extLst>
              </p:cNvPr>
              <p:cNvGrpSpPr/>
              <p:nvPr/>
            </p:nvGrpSpPr>
            <p:grpSpPr>
              <a:xfrm>
                <a:off x="3488198" y="5033381"/>
                <a:ext cx="1249680" cy="1154508"/>
                <a:chOff x="3540452" y="5033381"/>
                <a:chExt cx="1249680" cy="1154508"/>
              </a:xfrm>
            </p:grpSpPr>
            <p:pic>
              <p:nvPicPr>
                <p:cNvPr id="12" name="그래픽 11" descr="구름 단색으로 채워진">
                  <a:extLst>
                    <a:ext uri="{FF2B5EF4-FFF2-40B4-BE49-F238E27FC236}">
                      <a16:creationId xmlns:a16="http://schemas.microsoft.com/office/drawing/2014/main" id="{0BFB427B-2474-40E6-9925-EDF80D1037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40452" y="5033381"/>
                  <a:ext cx="1249680" cy="1154508"/>
                </a:xfrm>
                <a:prstGeom prst="rect">
                  <a:avLst/>
                </a:prstGeom>
              </p:spPr>
            </p:pic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7945C84-EB2D-484C-A38B-A00A00354253}"/>
                    </a:ext>
                  </a:extLst>
                </p:cNvPr>
                <p:cNvSpPr txBox="1"/>
                <p:nvPr/>
              </p:nvSpPr>
              <p:spPr>
                <a:xfrm>
                  <a:off x="3802917" y="5505039"/>
                  <a:ext cx="7247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bg1"/>
                      </a:solidFill>
                      <a:latin typeface="에스코어 드림 6 Bold" panose="020B0703030302020204" pitchFamily="34" charset="-127"/>
                      <a:ea typeface="에스코어 드림 6 Bold" panose="020B0703030302020204" pitchFamily="34" charset="-127"/>
                    </a:rPr>
                    <a:t>AWS</a:t>
                  </a:r>
                  <a:endParaRPr lang="ko-KR" altLang="en-US" dirty="0">
                    <a:solidFill>
                      <a:schemeClr val="bg1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endParaRPr>
                </a:p>
              </p:txBody>
            </p:sp>
          </p:grpSp>
          <p:pic>
            <p:nvPicPr>
              <p:cNvPr id="16" name="그래픽 15" descr="남자 옆모습 단색으로 채워진">
                <a:extLst>
                  <a:ext uri="{FF2B5EF4-FFF2-40B4-BE49-F238E27FC236}">
                    <a16:creationId xmlns:a16="http://schemas.microsoft.com/office/drawing/2014/main" id="{6855DCEC-87F7-4EAF-9BC3-128082D381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194995" y="5114477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8C8059D-CF9D-4834-AA45-220B037B0C93}"/>
                </a:ext>
              </a:extLst>
            </p:cNvPr>
            <p:cNvSpPr txBox="1"/>
            <p:nvPr/>
          </p:nvSpPr>
          <p:spPr>
            <a:xfrm>
              <a:off x="1564075" y="6184049"/>
              <a:ext cx="28023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EC2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에서 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Memcached 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직접 관리</a:t>
              </a:r>
            </a:p>
          </p:txBody>
        </p:sp>
      </p:grp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937FBE2F-23CE-4827-8852-5D6DA07F3995}"/>
              </a:ext>
            </a:extLst>
          </p:cNvPr>
          <p:cNvSpPr/>
          <p:nvPr/>
        </p:nvSpPr>
        <p:spPr>
          <a:xfrm>
            <a:off x="5886705" y="1030701"/>
            <a:ext cx="4801876" cy="5501540"/>
          </a:xfrm>
          <a:prstGeom prst="roundRect">
            <a:avLst/>
          </a:prstGeom>
          <a:solidFill>
            <a:srgbClr val="F9F9F9"/>
          </a:solidFill>
          <a:ln>
            <a:solidFill>
              <a:srgbClr val="F5F5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57AA23F-C6E6-4CED-94D8-2845574066DA}"/>
              </a:ext>
            </a:extLst>
          </p:cNvPr>
          <p:cNvGrpSpPr/>
          <p:nvPr/>
        </p:nvGrpSpPr>
        <p:grpSpPr>
          <a:xfrm>
            <a:off x="6141601" y="1415957"/>
            <a:ext cx="4241321" cy="4996589"/>
            <a:chOff x="6170286" y="1460364"/>
            <a:chExt cx="4241321" cy="4996589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903A2ABE-346A-4E8F-8042-8FE5CEED84A0}"/>
                </a:ext>
              </a:extLst>
            </p:cNvPr>
            <p:cNvGrpSpPr/>
            <p:nvPr/>
          </p:nvGrpSpPr>
          <p:grpSpPr>
            <a:xfrm>
              <a:off x="6170286" y="1460364"/>
              <a:ext cx="4241321" cy="4724861"/>
              <a:chOff x="6170286" y="1460364"/>
              <a:chExt cx="4241321" cy="4724861"/>
            </a:xfrm>
          </p:grpSpPr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9B116910-408E-44E2-B4FE-EFC207B1DA8B}"/>
                  </a:ext>
                </a:extLst>
              </p:cNvPr>
              <p:cNvGrpSpPr/>
              <p:nvPr/>
            </p:nvGrpSpPr>
            <p:grpSpPr>
              <a:xfrm>
                <a:off x="8606925" y="1460364"/>
                <a:ext cx="1804682" cy="3423071"/>
                <a:chOff x="9172032" y="849695"/>
                <a:chExt cx="2417466" cy="3735932"/>
              </a:xfrm>
            </p:grpSpPr>
            <p:sp>
              <p:nvSpPr>
                <p:cNvPr id="47" name="사각형: 둥근 모서리 46">
                  <a:extLst>
                    <a:ext uri="{FF2B5EF4-FFF2-40B4-BE49-F238E27FC236}">
                      <a16:creationId xmlns:a16="http://schemas.microsoft.com/office/drawing/2014/main" id="{1693946D-7FB4-4911-91C0-1A33458738E3}"/>
                    </a:ext>
                  </a:extLst>
                </p:cNvPr>
                <p:cNvSpPr/>
                <p:nvPr/>
              </p:nvSpPr>
              <p:spPr>
                <a:xfrm>
                  <a:off x="9173231" y="2956238"/>
                  <a:ext cx="2412000" cy="374400"/>
                </a:xfrm>
                <a:prstGeom prst="roundRect">
                  <a:avLst/>
                </a:prstGeom>
                <a:solidFill>
                  <a:srgbClr val="9ACECA"/>
                </a:solidFill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High availability</a:t>
                  </a:r>
                  <a:endParaRPr lang="ko-KR" altLang="en-US" sz="1400" dirty="0"/>
                </a:p>
              </p:txBody>
            </p: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2A8F34F6-D480-470F-8983-83BFE44E461E}"/>
                    </a:ext>
                  </a:extLst>
                </p:cNvPr>
                <p:cNvSpPr/>
                <p:nvPr/>
              </p:nvSpPr>
              <p:spPr>
                <a:xfrm>
                  <a:off x="9172032" y="4211227"/>
                  <a:ext cx="2413199" cy="374400"/>
                </a:xfrm>
                <a:prstGeom prst="roundRect">
                  <a:avLst/>
                </a:prstGeom>
                <a:solidFill>
                  <a:srgbClr val="9ACECA"/>
                </a:solidFill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Power, HVAC, net</a:t>
                  </a:r>
                  <a:endParaRPr lang="ko-KR" altLang="en-US" sz="1400" dirty="0"/>
                </a:p>
              </p:txBody>
            </p:sp>
            <p:sp>
              <p:nvSpPr>
                <p:cNvPr id="49" name="사각형: 둥근 모서리 48">
                  <a:extLst>
                    <a:ext uri="{FF2B5EF4-FFF2-40B4-BE49-F238E27FC236}">
                      <a16:creationId xmlns:a16="http://schemas.microsoft.com/office/drawing/2014/main" id="{C24D397F-0F71-4DF2-85ED-7298D1ADC417}"/>
                    </a:ext>
                  </a:extLst>
                </p:cNvPr>
                <p:cNvSpPr/>
                <p:nvPr/>
              </p:nvSpPr>
              <p:spPr>
                <a:xfrm>
                  <a:off x="9172032" y="3792892"/>
                  <a:ext cx="2413199" cy="374400"/>
                </a:xfrm>
                <a:prstGeom prst="roundRect">
                  <a:avLst/>
                </a:prstGeom>
                <a:solidFill>
                  <a:srgbClr val="9ACECA"/>
                </a:solidFill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RACK &amp; stack</a:t>
                  </a:r>
                  <a:endParaRPr lang="ko-KR" altLang="en-US" sz="1400" dirty="0"/>
                </a:p>
              </p:txBody>
            </p:sp>
            <p:sp>
              <p:nvSpPr>
                <p:cNvPr id="50" name="사각형: 둥근 모서리 49">
                  <a:extLst>
                    <a:ext uri="{FF2B5EF4-FFF2-40B4-BE49-F238E27FC236}">
                      <a16:creationId xmlns:a16="http://schemas.microsoft.com/office/drawing/2014/main" id="{F80CD985-1AB5-493F-890E-6C38A37DBAF9}"/>
                    </a:ext>
                  </a:extLst>
                </p:cNvPr>
                <p:cNvSpPr/>
                <p:nvPr/>
              </p:nvSpPr>
              <p:spPr>
                <a:xfrm>
                  <a:off x="9172032" y="3380163"/>
                  <a:ext cx="2413199" cy="374400"/>
                </a:xfrm>
                <a:prstGeom prst="roundRect">
                  <a:avLst/>
                </a:prstGeom>
                <a:solidFill>
                  <a:srgbClr val="9ACECA"/>
                </a:solidFill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/>
                    <a:t>Server maintenance</a:t>
                  </a:r>
                  <a:endParaRPr lang="ko-KR" altLang="en-US" sz="1200" dirty="0"/>
                </a:p>
              </p:txBody>
            </p:sp>
            <p:sp>
              <p:nvSpPr>
                <p:cNvPr id="51" name="사각형: 둥근 모서리 50">
                  <a:extLst>
                    <a:ext uri="{FF2B5EF4-FFF2-40B4-BE49-F238E27FC236}">
                      <a16:creationId xmlns:a16="http://schemas.microsoft.com/office/drawing/2014/main" id="{7E833713-BFA4-4838-9A40-5582706D0AF8}"/>
                    </a:ext>
                  </a:extLst>
                </p:cNvPr>
                <p:cNvSpPr/>
                <p:nvPr/>
              </p:nvSpPr>
              <p:spPr>
                <a:xfrm>
                  <a:off x="9176299" y="849695"/>
                  <a:ext cx="2413199" cy="372632"/>
                </a:xfrm>
                <a:prstGeom prst="roundRect">
                  <a:avLst/>
                </a:prstGeom>
                <a:solidFill>
                  <a:srgbClr val="9ACECA"/>
                </a:solidFill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Scaling</a:t>
                  </a:r>
                  <a:endParaRPr lang="ko-KR" altLang="en-US" sz="1400" dirty="0"/>
                </a:p>
              </p:txBody>
            </p:sp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386E107D-D7CB-4DCE-9D6F-388AC0DB6596}"/>
                    </a:ext>
                  </a:extLst>
                </p:cNvPr>
                <p:cNvSpPr/>
                <p:nvPr/>
              </p:nvSpPr>
              <p:spPr>
                <a:xfrm>
                  <a:off x="9176299" y="1277672"/>
                  <a:ext cx="2412000" cy="374400"/>
                </a:xfrm>
                <a:prstGeom prst="roundRect">
                  <a:avLst/>
                </a:prstGeom>
                <a:solidFill>
                  <a:srgbClr val="9ACECA"/>
                </a:solidFill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Database backups</a:t>
                  </a:r>
                  <a:endParaRPr lang="ko-KR" altLang="en-US" sz="1400" dirty="0"/>
                </a:p>
              </p:txBody>
            </p: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D2522742-D50F-4972-9C20-8705F8AA7937}"/>
                    </a:ext>
                  </a:extLst>
                </p:cNvPr>
                <p:cNvSpPr/>
                <p:nvPr/>
              </p:nvSpPr>
              <p:spPr>
                <a:xfrm>
                  <a:off x="9176299" y="2116781"/>
                  <a:ext cx="2412000" cy="374400"/>
                </a:xfrm>
                <a:prstGeom prst="roundRect">
                  <a:avLst/>
                </a:prstGeom>
                <a:solidFill>
                  <a:srgbClr val="9ACECA"/>
                </a:solidFill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DB s/w patches</a:t>
                  </a:r>
                  <a:endParaRPr lang="ko-KR" altLang="en-US" sz="1400" dirty="0"/>
                </a:p>
              </p:txBody>
            </p:sp>
            <p:sp>
              <p:nvSpPr>
                <p:cNvPr id="54" name="사각형: 둥근 모서리 53">
                  <a:extLst>
                    <a:ext uri="{FF2B5EF4-FFF2-40B4-BE49-F238E27FC236}">
                      <a16:creationId xmlns:a16="http://schemas.microsoft.com/office/drawing/2014/main" id="{447D558D-6BF7-4BD4-A41A-296F3DF4DA74}"/>
                    </a:ext>
                  </a:extLst>
                </p:cNvPr>
                <p:cNvSpPr/>
                <p:nvPr/>
              </p:nvSpPr>
              <p:spPr>
                <a:xfrm>
                  <a:off x="9176299" y="1701249"/>
                  <a:ext cx="2412000" cy="374400"/>
                </a:xfrm>
                <a:prstGeom prst="roundRect">
                  <a:avLst/>
                </a:prstGeom>
                <a:solidFill>
                  <a:srgbClr val="9ACECA"/>
                </a:solidFill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DB s/w installs</a:t>
                  </a:r>
                  <a:endParaRPr lang="ko-KR" altLang="en-US" sz="1400" dirty="0"/>
                </a:p>
              </p:txBody>
            </p:sp>
            <p:sp>
              <p:nvSpPr>
                <p:cNvPr id="55" name="사각형: 둥근 모서리 54">
                  <a:extLst>
                    <a:ext uri="{FF2B5EF4-FFF2-40B4-BE49-F238E27FC236}">
                      <a16:creationId xmlns:a16="http://schemas.microsoft.com/office/drawing/2014/main" id="{3BA72DEF-0A39-451C-A4C7-E5E307B5265E}"/>
                    </a:ext>
                  </a:extLst>
                </p:cNvPr>
                <p:cNvSpPr/>
                <p:nvPr/>
              </p:nvSpPr>
              <p:spPr>
                <a:xfrm>
                  <a:off x="9176299" y="2532313"/>
                  <a:ext cx="2412000" cy="374400"/>
                </a:xfrm>
                <a:prstGeom prst="roundRect">
                  <a:avLst/>
                </a:prstGeom>
                <a:solidFill>
                  <a:srgbClr val="9ACECA"/>
                </a:solidFill>
                <a:ln>
                  <a:solidFill>
                    <a:srgbClr val="9ACE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OS </a:t>
                  </a:r>
                  <a:r>
                    <a:rPr lang="en-US" altLang="ko-KR" sz="1400" dirty="0" err="1"/>
                    <a:t>patchess</a:t>
                  </a:r>
                  <a:endParaRPr lang="ko-KR" altLang="en-US" sz="1400" dirty="0"/>
                </a:p>
              </p:txBody>
            </p:sp>
          </p:grpSp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5ABE55F8-4DBF-41F6-85A5-EEC38049B499}"/>
                  </a:ext>
                </a:extLst>
              </p:cNvPr>
              <p:cNvSpPr/>
              <p:nvPr/>
            </p:nvSpPr>
            <p:spPr>
              <a:xfrm>
                <a:off x="6170286" y="4565987"/>
                <a:ext cx="1801497" cy="341425"/>
              </a:xfrm>
              <a:prstGeom prst="roundRect">
                <a:avLst/>
              </a:prstGeom>
              <a:solidFill>
                <a:srgbClr val="9ACECA"/>
              </a:solidFill>
              <a:ln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App optimization</a:t>
                </a:r>
                <a:endParaRPr lang="ko-KR" altLang="en-US" sz="1400" dirty="0"/>
              </a:p>
            </p:txBody>
          </p: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1C8A8695-516A-4992-B440-1AD78F2A324F}"/>
                  </a:ext>
                </a:extLst>
              </p:cNvPr>
              <p:cNvGrpSpPr/>
              <p:nvPr/>
            </p:nvGrpSpPr>
            <p:grpSpPr>
              <a:xfrm>
                <a:off x="8970943" y="5030717"/>
                <a:ext cx="1249680" cy="1154508"/>
                <a:chOff x="3540452" y="5033381"/>
                <a:chExt cx="1249680" cy="1154508"/>
              </a:xfrm>
            </p:grpSpPr>
            <p:pic>
              <p:nvPicPr>
                <p:cNvPr id="66" name="그래픽 65" descr="구름 단색으로 채워진">
                  <a:extLst>
                    <a:ext uri="{FF2B5EF4-FFF2-40B4-BE49-F238E27FC236}">
                      <a16:creationId xmlns:a16="http://schemas.microsoft.com/office/drawing/2014/main" id="{1FD056B8-B79C-4F63-8BA3-D823BCA35C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40452" y="5033381"/>
                  <a:ext cx="1249680" cy="1154508"/>
                </a:xfrm>
                <a:prstGeom prst="rect">
                  <a:avLst/>
                </a:prstGeom>
              </p:spPr>
            </p:pic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6886E56-5321-43B9-9976-6D1BB6B2E751}"/>
                    </a:ext>
                  </a:extLst>
                </p:cNvPr>
                <p:cNvSpPr txBox="1"/>
                <p:nvPr/>
              </p:nvSpPr>
              <p:spPr>
                <a:xfrm>
                  <a:off x="3802917" y="5505039"/>
                  <a:ext cx="7247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bg1"/>
                      </a:solidFill>
                      <a:latin typeface="에스코어 드림 6 Bold" panose="020B0703030302020204" pitchFamily="34" charset="-127"/>
                      <a:ea typeface="에스코어 드림 6 Bold" panose="020B0703030302020204" pitchFamily="34" charset="-127"/>
                    </a:rPr>
                    <a:t>AWS</a:t>
                  </a:r>
                  <a:endParaRPr lang="ko-KR" altLang="en-US" dirty="0">
                    <a:solidFill>
                      <a:schemeClr val="bg1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endParaRPr>
                </a:p>
              </p:txBody>
            </p:sp>
          </p:grpSp>
          <p:pic>
            <p:nvPicPr>
              <p:cNvPr id="18" name="그래픽 17" descr="여성 프로필 단색으로 채워진">
                <a:extLst>
                  <a:ext uri="{FF2B5EF4-FFF2-40B4-BE49-F238E27FC236}">
                    <a16:creationId xmlns:a16="http://schemas.microsoft.com/office/drawing/2014/main" id="{0347E2BD-8B74-4612-A1A9-7C3C2DE198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6613834" y="5114477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1C186B5-43FB-4627-A53A-9C42980C70B4}"/>
                </a:ext>
              </a:extLst>
            </p:cNvPr>
            <p:cNvSpPr txBox="1"/>
            <p:nvPr/>
          </p:nvSpPr>
          <p:spPr>
            <a:xfrm>
              <a:off x="7184150" y="6149176"/>
              <a:ext cx="27113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Elasticache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 </a:t>
              </a:r>
              <a:r>
                <a:rPr lang="en-US" altLang="ko-KR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memcahced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 사용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4215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1A205154-E479-4130-BDED-C1846F34E74C}"/>
              </a:ext>
            </a:extLst>
          </p:cNvPr>
          <p:cNvGrpSpPr/>
          <p:nvPr/>
        </p:nvGrpSpPr>
        <p:grpSpPr>
          <a:xfrm>
            <a:off x="0" y="-282706"/>
            <a:ext cx="12192000" cy="7140706"/>
            <a:chOff x="0" y="-282706"/>
            <a:chExt cx="12192000" cy="7140706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F46FCA5-2132-409C-BB87-3C73619940E8}"/>
                </a:ext>
              </a:extLst>
            </p:cNvPr>
            <p:cNvGrpSpPr/>
            <p:nvPr/>
          </p:nvGrpSpPr>
          <p:grpSpPr>
            <a:xfrm>
              <a:off x="0" y="-282706"/>
              <a:ext cx="12192000" cy="7140706"/>
              <a:chOff x="0" y="-282706"/>
              <a:chExt cx="12192000" cy="7140706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3171B696-1515-442A-B406-97D9A258A0D2}"/>
                  </a:ext>
                </a:extLst>
              </p:cNvPr>
              <p:cNvGrpSpPr/>
              <p:nvPr/>
            </p:nvGrpSpPr>
            <p:grpSpPr>
              <a:xfrm>
                <a:off x="11584941" y="-282706"/>
                <a:ext cx="607059" cy="6060974"/>
                <a:chOff x="11584941" y="-282706"/>
                <a:chExt cx="607059" cy="6060974"/>
              </a:xfrm>
            </p:grpSpPr>
            <p:pic>
              <p:nvPicPr>
                <p:cNvPr id="73" name="그림 72">
                  <a:extLst>
                    <a:ext uri="{FF2B5EF4-FFF2-40B4-BE49-F238E27FC236}">
                      <a16:creationId xmlns:a16="http://schemas.microsoft.com/office/drawing/2014/main" id="{E8508A10-9485-4CCF-9677-1B6BEDF106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76" name="그림 75">
                  <a:extLst>
                    <a:ext uri="{FF2B5EF4-FFF2-40B4-BE49-F238E27FC236}">
                      <a16:creationId xmlns:a16="http://schemas.microsoft.com/office/drawing/2014/main" id="{9524EDC5-387E-46A3-9A8E-00C6A92CE8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2092" y="737824"/>
                  <a:ext cx="451139" cy="3429468"/>
                </a:xfrm>
                <a:prstGeom prst="rect">
                  <a:avLst/>
                </a:prstGeom>
              </p:spPr>
            </p:pic>
            <p:pic>
              <p:nvPicPr>
                <p:cNvPr id="74" name="그림 73">
                  <a:extLst>
                    <a:ext uri="{FF2B5EF4-FFF2-40B4-BE49-F238E27FC236}">
                      <a16:creationId xmlns:a16="http://schemas.microsoft.com/office/drawing/2014/main" id="{E3179566-94CE-4013-9705-61CC32100E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75" name="그림 74">
                  <a:extLst>
                    <a:ext uri="{FF2B5EF4-FFF2-40B4-BE49-F238E27FC236}">
                      <a16:creationId xmlns:a16="http://schemas.microsoft.com/office/drawing/2014/main" id="{D494320D-A4BE-42E1-BEEB-570243F84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0359" y="1506481"/>
                  <a:ext cx="461641" cy="3524236"/>
                </a:xfrm>
                <a:prstGeom prst="rect">
                  <a:avLst/>
                </a:prstGeom>
              </p:spPr>
            </p:pic>
          </p:grpSp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525A1E7F-D1F2-40EC-B3D8-50D0C3DE80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53852" cy="6858000"/>
              </a:xfrm>
              <a:prstGeom prst="rect">
                <a:avLst/>
              </a:prstGeom>
            </p:spPr>
          </p:pic>
        </p:grp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2301FA35-F7BB-404A-8ED4-C1CA31126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altLang="ko-KR" sz="3330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Business Partner</a:t>
            </a:r>
          </a:p>
          <a:p>
            <a:pPr algn="just"/>
            <a:r>
              <a:rPr lang="en-US" altLang="ko-KR" sz="2500" dirty="0">
                <a:solidFill>
                  <a:srgbClr val="7BB6B4"/>
                </a:solidFill>
                <a:latin typeface="에스코어 드림 7 ExtraBold" pitchFamily="34" charset="0"/>
                <a:cs typeface="에스코어 드림 7 ExtraBold" pitchFamily="34" charset="0"/>
              </a:rPr>
              <a:t>&gt; title</a:t>
            </a:r>
            <a:endParaRPr lang="en-US" altLang="ko-KR" sz="2500" dirty="0">
              <a:solidFill>
                <a:srgbClr val="7BB6B4"/>
              </a:solidFill>
            </a:endParaRP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sz="1200" dirty="0"/>
          </a:p>
        </p:txBody>
      </p:sp>
      <p:sp>
        <p:nvSpPr>
          <p:cNvPr id="70" name="Object 26">
            <a:extLst>
              <a:ext uri="{FF2B5EF4-FFF2-40B4-BE49-F238E27FC236}">
                <a16:creationId xmlns:a16="http://schemas.microsoft.com/office/drawing/2014/main" id="{1401B94C-5034-4FCA-9AE5-76248E030B00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200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세부 요구사항</a:t>
            </a:r>
            <a:r>
              <a:rPr lang="en-US" altLang="ko-KR" sz="1200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1</a:t>
            </a:r>
            <a:endParaRPr lang="en-US" sz="1200" dirty="0">
              <a:solidFill>
                <a:srgbClr val="7BB6B4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A22DC5DC-C5C3-4A2C-83FA-D9062E442935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53F4EAB1-76FF-4DF5-9EB1-9ED40FDAD0DE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5B46C0D0-1339-4A98-83E0-97A0E7EB6C8A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9ACE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Consulting &amp; Solution </a:t>
              </a:r>
              <a:endParaRPr lang="ko-KR" altLang="en-US" sz="14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B5069A6-DD31-4545-BCB4-E73A8245FFA3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1CDC5AD0-A0FC-4A5D-8EC7-E209C8F1EA5A}"/>
                </a:ext>
              </a:extLst>
            </p:cNvPr>
            <p:cNvCxnSpPr/>
            <p:nvPr/>
          </p:nvCxnSpPr>
          <p:spPr>
            <a:xfrm>
              <a:off x="557807" y="380615"/>
              <a:ext cx="925218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이등변 삼각형 81">
              <a:extLst>
                <a:ext uri="{FF2B5EF4-FFF2-40B4-BE49-F238E27FC236}">
                  <a16:creationId xmlns:a16="http://schemas.microsoft.com/office/drawing/2014/main" id="{E4792D6C-A300-4E0A-B803-0F48D305B803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9ACE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10AF6A7-E930-4A17-89A6-8395150ECC32}"/>
              </a:ext>
            </a:extLst>
          </p:cNvPr>
          <p:cNvGrpSpPr/>
          <p:nvPr/>
        </p:nvGrpSpPr>
        <p:grpSpPr>
          <a:xfrm>
            <a:off x="11817346" y="2333743"/>
            <a:ext cx="400110" cy="2048590"/>
            <a:chOff x="11831634" y="697819"/>
            <a:chExt cx="400110" cy="20485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A790360-D651-4D2F-9367-1615B14A2E5B}"/>
                </a:ext>
              </a:extLst>
            </p:cNvPr>
            <p:cNvSpPr txBox="1"/>
            <p:nvPr/>
          </p:nvSpPr>
          <p:spPr>
            <a:xfrm>
              <a:off x="11831634" y="719251"/>
              <a:ext cx="400110" cy="202715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400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Consulting &amp; Solution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6871114A-DFEC-4451-A9F4-8DCC1FC73715}"/>
                </a:ext>
              </a:extLst>
            </p:cNvPr>
            <p:cNvCxnSpPr>
              <a:cxnSpLocks/>
            </p:cNvCxnSpPr>
            <p:nvPr/>
          </p:nvCxnSpPr>
          <p:spPr>
            <a:xfrm>
              <a:off x="11884380" y="697819"/>
              <a:ext cx="0" cy="204859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64CB17D-33FD-4367-A5F9-352B168A2883}"/>
              </a:ext>
            </a:extLst>
          </p:cNvPr>
          <p:cNvGrpSpPr/>
          <p:nvPr/>
        </p:nvGrpSpPr>
        <p:grpSpPr>
          <a:xfrm>
            <a:off x="3395449" y="1750825"/>
            <a:ext cx="6014133" cy="2040005"/>
            <a:chOff x="2697433" y="1001593"/>
            <a:chExt cx="6014133" cy="2264101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B56967A7-5970-48A3-808D-C0F359953C3C}"/>
                </a:ext>
              </a:extLst>
            </p:cNvPr>
            <p:cNvSpPr/>
            <p:nvPr/>
          </p:nvSpPr>
          <p:spPr>
            <a:xfrm>
              <a:off x="2697433" y="1001593"/>
              <a:ext cx="6014133" cy="1825758"/>
            </a:xfrm>
            <a:prstGeom prst="roundRect">
              <a:avLst/>
            </a:prstGeom>
            <a:solidFill>
              <a:srgbClr val="F5F5F5"/>
            </a:solidFill>
            <a:ln>
              <a:solidFill>
                <a:srgbClr val="F5F5F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각 삼각형 16">
              <a:extLst>
                <a:ext uri="{FF2B5EF4-FFF2-40B4-BE49-F238E27FC236}">
                  <a16:creationId xmlns:a16="http://schemas.microsoft.com/office/drawing/2014/main" id="{BDC84A9F-BE45-4E3D-916E-979CC777F40B}"/>
                </a:ext>
              </a:extLst>
            </p:cNvPr>
            <p:cNvSpPr/>
            <p:nvPr/>
          </p:nvSpPr>
          <p:spPr>
            <a:xfrm rot="18000000">
              <a:off x="2740513" y="2566759"/>
              <a:ext cx="765660" cy="632209"/>
            </a:xfrm>
            <a:custGeom>
              <a:avLst/>
              <a:gdLst>
                <a:gd name="connsiteX0" fmla="*/ 0 w 492449"/>
                <a:gd name="connsiteY0" fmla="*/ 866628 h 866628"/>
                <a:gd name="connsiteX1" fmla="*/ 0 w 492449"/>
                <a:gd name="connsiteY1" fmla="*/ 0 h 866628"/>
                <a:gd name="connsiteX2" fmla="*/ 492449 w 492449"/>
                <a:gd name="connsiteY2" fmla="*/ 866628 h 866628"/>
                <a:gd name="connsiteX3" fmla="*/ 0 w 492449"/>
                <a:gd name="connsiteY3" fmla="*/ 866628 h 866628"/>
                <a:gd name="connsiteX0" fmla="*/ 0 w 852693"/>
                <a:gd name="connsiteY0" fmla="*/ 471268 h 866628"/>
                <a:gd name="connsiteX1" fmla="*/ 360244 w 852693"/>
                <a:gd name="connsiteY1" fmla="*/ 0 h 866628"/>
                <a:gd name="connsiteX2" fmla="*/ 852693 w 852693"/>
                <a:gd name="connsiteY2" fmla="*/ 866628 h 866628"/>
                <a:gd name="connsiteX3" fmla="*/ 0 w 852693"/>
                <a:gd name="connsiteY3" fmla="*/ 471268 h 866628"/>
                <a:gd name="connsiteX0" fmla="*/ 0 w 784176"/>
                <a:gd name="connsiteY0" fmla="*/ 394001 h 866628"/>
                <a:gd name="connsiteX1" fmla="*/ 291727 w 784176"/>
                <a:gd name="connsiteY1" fmla="*/ 0 h 866628"/>
                <a:gd name="connsiteX2" fmla="*/ 784176 w 784176"/>
                <a:gd name="connsiteY2" fmla="*/ 866628 h 866628"/>
                <a:gd name="connsiteX3" fmla="*/ 0 w 784176"/>
                <a:gd name="connsiteY3" fmla="*/ 394001 h 866628"/>
                <a:gd name="connsiteX0" fmla="*/ 0 w 726440"/>
                <a:gd name="connsiteY0" fmla="*/ 394001 h 635997"/>
                <a:gd name="connsiteX1" fmla="*/ 291727 w 726440"/>
                <a:gd name="connsiteY1" fmla="*/ 0 h 635997"/>
                <a:gd name="connsiteX2" fmla="*/ 726440 w 726440"/>
                <a:gd name="connsiteY2" fmla="*/ 635997 h 635997"/>
                <a:gd name="connsiteX3" fmla="*/ 0 w 726440"/>
                <a:gd name="connsiteY3" fmla="*/ 394001 h 635997"/>
                <a:gd name="connsiteX0" fmla="*/ 0 w 726440"/>
                <a:gd name="connsiteY0" fmla="*/ 433221 h 675217"/>
                <a:gd name="connsiteX1" fmla="*/ 457629 w 726440"/>
                <a:gd name="connsiteY1" fmla="*/ 0 h 675217"/>
                <a:gd name="connsiteX2" fmla="*/ 726440 w 726440"/>
                <a:gd name="connsiteY2" fmla="*/ 675217 h 675217"/>
                <a:gd name="connsiteX3" fmla="*/ 0 w 726440"/>
                <a:gd name="connsiteY3" fmla="*/ 433221 h 675217"/>
                <a:gd name="connsiteX0" fmla="*/ 0 w 726440"/>
                <a:gd name="connsiteY0" fmla="*/ 390213 h 632209"/>
                <a:gd name="connsiteX1" fmla="*/ 350478 w 726440"/>
                <a:gd name="connsiteY1" fmla="*/ 0 h 632209"/>
                <a:gd name="connsiteX2" fmla="*/ 726440 w 726440"/>
                <a:gd name="connsiteY2" fmla="*/ 632209 h 632209"/>
                <a:gd name="connsiteX3" fmla="*/ 0 w 726440"/>
                <a:gd name="connsiteY3" fmla="*/ 390213 h 632209"/>
                <a:gd name="connsiteX0" fmla="*/ 0 w 765660"/>
                <a:gd name="connsiteY0" fmla="*/ 224311 h 632209"/>
                <a:gd name="connsiteX1" fmla="*/ 389698 w 765660"/>
                <a:gd name="connsiteY1" fmla="*/ 0 h 632209"/>
                <a:gd name="connsiteX2" fmla="*/ 765660 w 765660"/>
                <a:gd name="connsiteY2" fmla="*/ 632209 h 632209"/>
                <a:gd name="connsiteX3" fmla="*/ 0 w 765660"/>
                <a:gd name="connsiteY3" fmla="*/ 224311 h 632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5660" h="632209">
                  <a:moveTo>
                    <a:pt x="0" y="224311"/>
                  </a:moveTo>
                  <a:lnTo>
                    <a:pt x="389698" y="0"/>
                  </a:lnTo>
                  <a:lnTo>
                    <a:pt x="765660" y="632209"/>
                  </a:lnTo>
                  <a:lnTo>
                    <a:pt x="0" y="224311"/>
                  </a:lnTo>
                  <a:close/>
                </a:path>
              </a:pathLst>
            </a:custGeom>
            <a:solidFill>
              <a:srgbClr val="F5F5F5"/>
            </a:solidFill>
            <a:ln>
              <a:solidFill>
                <a:srgbClr val="F5F5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2" name="그래픽 31" descr="사용자 단색으로 채워진">
            <a:extLst>
              <a:ext uri="{FF2B5EF4-FFF2-40B4-BE49-F238E27FC236}">
                <a16:creationId xmlns:a16="http://schemas.microsoft.com/office/drawing/2014/main" id="{FD1CEBCA-6C08-4565-B97B-080CFEF7D2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30745" y="1912049"/>
            <a:ext cx="1400676" cy="1481127"/>
          </a:xfrm>
          <a:prstGeom prst="rect">
            <a:avLst/>
          </a:prstGeom>
        </p:spPr>
      </p:pic>
      <p:sp>
        <p:nvSpPr>
          <p:cNvPr id="33" name="Object 27">
            <a:extLst>
              <a:ext uri="{FF2B5EF4-FFF2-40B4-BE49-F238E27FC236}">
                <a16:creationId xmlns:a16="http://schemas.microsoft.com/office/drawing/2014/main" id="{A017004D-1355-40AB-9530-95902D5C49B4}"/>
              </a:ext>
            </a:extLst>
          </p:cNvPr>
          <p:cNvSpPr txBox="1"/>
          <p:nvPr/>
        </p:nvSpPr>
        <p:spPr>
          <a:xfrm>
            <a:off x="3821359" y="2342801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600" dirty="0">
                <a:solidFill>
                  <a:srgbClr val="494949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에스코어 드림 7 ExtraBold" pitchFamily="34" charset="0"/>
              </a:rPr>
              <a:t>기존 </a:t>
            </a:r>
            <a:r>
              <a:rPr lang="ko-KR" altLang="en-US" sz="1600" dirty="0" err="1">
                <a:solidFill>
                  <a:srgbClr val="494949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에스코어 드림 7 ExtraBold" pitchFamily="34" charset="0"/>
              </a:rPr>
              <a:t>온프레미스</a:t>
            </a:r>
            <a:r>
              <a:rPr lang="ko-KR" altLang="en-US" sz="1600" dirty="0">
                <a:solidFill>
                  <a:srgbClr val="494949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에스코어 드림 7 ExtraBold" pitchFamily="34" charset="0"/>
              </a:rPr>
              <a:t> 환경에 대한 투자비용과 비교하여 </a:t>
            </a:r>
            <a:endParaRPr lang="en-US" altLang="ko-KR" sz="1600" dirty="0">
              <a:solidFill>
                <a:srgbClr val="494949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에스코어 드림 7 ExtraBold" pitchFamily="34" charset="0"/>
            </a:endParaRPr>
          </a:p>
          <a:p>
            <a:pPr algn="just"/>
            <a:r>
              <a:rPr lang="ko-KR" altLang="en-US" sz="1600" dirty="0">
                <a:solidFill>
                  <a:srgbClr val="494949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에스코어 드림 7 ExtraBold" pitchFamily="34" charset="0"/>
              </a:rPr>
              <a:t>클라우드 환경에 적절한 인프라 설계 컨설팅이 가능한가요</a:t>
            </a:r>
            <a:r>
              <a:rPr lang="en-US" altLang="ko-KR" sz="1600" dirty="0">
                <a:solidFill>
                  <a:srgbClr val="494949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에스코어 드림 7 ExtraBold" pitchFamily="34" charset="0"/>
              </a:rPr>
              <a:t>?</a:t>
            </a: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sz="1200" dirty="0"/>
          </a:p>
        </p:txBody>
      </p:sp>
      <p:pic>
        <p:nvPicPr>
          <p:cNvPr id="34" name="그래픽 33" descr="닫힌 따옴표 단색으로 채워진">
            <a:extLst>
              <a:ext uri="{FF2B5EF4-FFF2-40B4-BE49-F238E27FC236}">
                <a16:creationId xmlns:a16="http://schemas.microsoft.com/office/drawing/2014/main" id="{E4B8F359-5463-4A16-B1B1-A7B6B56AFA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>
            <a:off x="3019521" y="1406262"/>
            <a:ext cx="914400" cy="914400"/>
          </a:xfrm>
          <a:prstGeom prst="rect">
            <a:avLst/>
          </a:prstGeom>
        </p:spPr>
      </p:pic>
      <p:pic>
        <p:nvPicPr>
          <p:cNvPr id="35" name="그래픽 34" descr="닫힌 따옴표 단색으로 채워진">
            <a:extLst>
              <a:ext uri="{FF2B5EF4-FFF2-40B4-BE49-F238E27FC236}">
                <a16:creationId xmlns:a16="http://schemas.microsoft.com/office/drawing/2014/main" id="{B866FD30-4A5F-4C55-B197-84F1ED2EC0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89192" y="2824601"/>
            <a:ext cx="914400" cy="914400"/>
          </a:xfrm>
          <a:prstGeom prst="rect">
            <a:avLst/>
          </a:prstGeom>
        </p:spPr>
      </p:pic>
      <p:grpSp>
        <p:nvGrpSpPr>
          <p:cNvPr id="44" name="그룹 43">
            <a:extLst>
              <a:ext uri="{FF2B5EF4-FFF2-40B4-BE49-F238E27FC236}">
                <a16:creationId xmlns:a16="http://schemas.microsoft.com/office/drawing/2014/main" id="{BC66608F-A83C-44F5-9F17-E786AC091F77}"/>
              </a:ext>
            </a:extLst>
          </p:cNvPr>
          <p:cNvGrpSpPr/>
          <p:nvPr/>
        </p:nvGrpSpPr>
        <p:grpSpPr>
          <a:xfrm>
            <a:off x="2666424" y="4088159"/>
            <a:ext cx="6014133" cy="1923095"/>
            <a:chOff x="2697433" y="1001593"/>
            <a:chExt cx="6014133" cy="213434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262C7F5-B92F-4634-8341-26603FB35FDE}"/>
                </a:ext>
              </a:extLst>
            </p:cNvPr>
            <p:cNvSpPr/>
            <p:nvPr/>
          </p:nvSpPr>
          <p:spPr>
            <a:xfrm>
              <a:off x="2697433" y="1001593"/>
              <a:ext cx="6014133" cy="1825758"/>
            </a:xfrm>
            <a:prstGeom prst="roundRect">
              <a:avLst/>
            </a:prstGeom>
            <a:solidFill>
              <a:srgbClr val="F5F5F5"/>
            </a:solidFill>
            <a:ln>
              <a:solidFill>
                <a:srgbClr val="F5F5F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각 삼각형 16">
              <a:extLst>
                <a:ext uri="{FF2B5EF4-FFF2-40B4-BE49-F238E27FC236}">
                  <a16:creationId xmlns:a16="http://schemas.microsoft.com/office/drawing/2014/main" id="{560232A4-B422-4A95-B481-B879950D63FF}"/>
                </a:ext>
              </a:extLst>
            </p:cNvPr>
            <p:cNvSpPr/>
            <p:nvPr/>
          </p:nvSpPr>
          <p:spPr>
            <a:xfrm rot="18000000">
              <a:off x="7921057" y="2536529"/>
              <a:ext cx="486317" cy="712510"/>
            </a:xfrm>
            <a:custGeom>
              <a:avLst/>
              <a:gdLst>
                <a:gd name="connsiteX0" fmla="*/ 0 w 492449"/>
                <a:gd name="connsiteY0" fmla="*/ 866628 h 866628"/>
                <a:gd name="connsiteX1" fmla="*/ 0 w 492449"/>
                <a:gd name="connsiteY1" fmla="*/ 0 h 866628"/>
                <a:gd name="connsiteX2" fmla="*/ 492449 w 492449"/>
                <a:gd name="connsiteY2" fmla="*/ 866628 h 866628"/>
                <a:gd name="connsiteX3" fmla="*/ 0 w 492449"/>
                <a:gd name="connsiteY3" fmla="*/ 866628 h 866628"/>
                <a:gd name="connsiteX0" fmla="*/ 0 w 852693"/>
                <a:gd name="connsiteY0" fmla="*/ 471268 h 866628"/>
                <a:gd name="connsiteX1" fmla="*/ 360244 w 852693"/>
                <a:gd name="connsiteY1" fmla="*/ 0 h 866628"/>
                <a:gd name="connsiteX2" fmla="*/ 852693 w 852693"/>
                <a:gd name="connsiteY2" fmla="*/ 866628 h 866628"/>
                <a:gd name="connsiteX3" fmla="*/ 0 w 852693"/>
                <a:gd name="connsiteY3" fmla="*/ 471268 h 866628"/>
                <a:gd name="connsiteX0" fmla="*/ 0 w 784176"/>
                <a:gd name="connsiteY0" fmla="*/ 394001 h 866628"/>
                <a:gd name="connsiteX1" fmla="*/ 291727 w 784176"/>
                <a:gd name="connsiteY1" fmla="*/ 0 h 866628"/>
                <a:gd name="connsiteX2" fmla="*/ 784176 w 784176"/>
                <a:gd name="connsiteY2" fmla="*/ 866628 h 866628"/>
                <a:gd name="connsiteX3" fmla="*/ 0 w 784176"/>
                <a:gd name="connsiteY3" fmla="*/ 394001 h 866628"/>
                <a:gd name="connsiteX0" fmla="*/ 0 w 726440"/>
                <a:gd name="connsiteY0" fmla="*/ 394001 h 635997"/>
                <a:gd name="connsiteX1" fmla="*/ 291727 w 726440"/>
                <a:gd name="connsiteY1" fmla="*/ 0 h 635997"/>
                <a:gd name="connsiteX2" fmla="*/ 726440 w 726440"/>
                <a:gd name="connsiteY2" fmla="*/ 635997 h 635997"/>
                <a:gd name="connsiteX3" fmla="*/ 0 w 726440"/>
                <a:gd name="connsiteY3" fmla="*/ 394001 h 635997"/>
                <a:gd name="connsiteX0" fmla="*/ 0 w 726440"/>
                <a:gd name="connsiteY0" fmla="*/ 433221 h 675217"/>
                <a:gd name="connsiteX1" fmla="*/ 457629 w 726440"/>
                <a:gd name="connsiteY1" fmla="*/ 0 h 675217"/>
                <a:gd name="connsiteX2" fmla="*/ 726440 w 726440"/>
                <a:gd name="connsiteY2" fmla="*/ 675217 h 675217"/>
                <a:gd name="connsiteX3" fmla="*/ 0 w 726440"/>
                <a:gd name="connsiteY3" fmla="*/ 433221 h 675217"/>
                <a:gd name="connsiteX0" fmla="*/ 0 w 726440"/>
                <a:gd name="connsiteY0" fmla="*/ 390213 h 632209"/>
                <a:gd name="connsiteX1" fmla="*/ 350478 w 726440"/>
                <a:gd name="connsiteY1" fmla="*/ 0 h 632209"/>
                <a:gd name="connsiteX2" fmla="*/ 726440 w 726440"/>
                <a:gd name="connsiteY2" fmla="*/ 632209 h 632209"/>
                <a:gd name="connsiteX3" fmla="*/ 0 w 726440"/>
                <a:gd name="connsiteY3" fmla="*/ 390213 h 632209"/>
                <a:gd name="connsiteX0" fmla="*/ 0 w 765660"/>
                <a:gd name="connsiteY0" fmla="*/ 224311 h 632209"/>
                <a:gd name="connsiteX1" fmla="*/ 389698 w 765660"/>
                <a:gd name="connsiteY1" fmla="*/ 0 h 632209"/>
                <a:gd name="connsiteX2" fmla="*/ 765660 w 765660"/>
                <a:gd name="connsiteY2" fmla="*/ 632209 h 632209"/>
                <a:gd name="connsiteX3" fmla="*/ 0 w 765660"/>
                <a:gd name="connsiteY3" fmla="*/ 224311 h 632209"/>
                <a:gd name="connsiteX0" fmla="*/ 0 w 486316"/>
                <a:gd name="connsiteY0" fmla="*/ 712510 h 712510"/>
                <a:gd name="connsiteX1" fmla="*/ 110354 w 486316"/>
                <a:gd name="connsiteY1" fmla="*/ 0 h 712510"/>
                <a:gd name="connsiteX2" fmla="*/ 486316 w 486316"/>
                <a:gd name="connsiteY2" fmla="*/ 632209 h 712510"/>
                <a:gd name="connsiteX3" fmla="*/ 0 w 486316"/>
                <a:gd name="connsiteY3" fmla="*/ 712510 h 712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316" h="712510">
                  <a:moveTo>
                    <a:pt x="0" y="712510"/>
                  </a:moveTo>
                  <a:lnTo>
                    <a:pt x="110354" y="0"/>
                  </a:lnTo>
                  <a:lnTo>
                    <a:pt x="486316" y="632209"/>
                  </a:lnTo>
                  <a:lnTo>
                    <a:pt x="0" y="712510"/>
                  </a:lnTo>
                  <a:close/>
                </a:path>
              </a:pathLst>
            </a:custGeom>
            <a:solidFill>
              <a:srgbClr val="F5F5F5"/>
            </a:solidFill>
            <a:ln>
              <a:solidFill>
                <a:srgbClr val="F5F5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7" name="Object 27">
            <a:extLst>
              <a:ext uri="{FF2B5EF4-FFF2-40B4-BE49-F238E27FC236}">
                <a16:creationId xmlns:a16="http://schemas.microsoft.com/office/drawing/2014/main" id="{981E128C-BB21-4D15-A664-02EE2D27C045}"/>
              </a:ext>
            </a:extLst>
          </p:cNvPr>
          <p:cNvSpPr txBox="1"/>
          <p:nvPr/>
        </p:nvSpPr>
        <p:spPr>
          <a:xfrm>
            <a:off x="1332469" y="4641467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altLang="ko-KR" sz="1600" dirty="0">
                <a:solidFill>
                  <a:srgbClr val="494949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에스코어 드림 7 ExtraBold" pitchFamily="34" charset="0"/>
              </a:rPr>
              <a:t>                               </a:t>
            </a:r>
            <a:r>
              <a:rPr lang="ko-KR" altLang="en-US" sz="1600" dirty="0">
                <a:solidFill>
                  <a:srgbClr val="494949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에스코어 드림 7 ExtraBold" pitchFamily="34" charset="0"/>
              </a:rPr>
              <a:t>문제 없습니다</a:t>
            </a:r>
            <a:r>
              <a:rPr lang="en-US" altLang="ko-KR" sz="1600" dirty="0">
                <a:solidFill>
                  <a:srgbClr val="494949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에스코어 드림 7 ExtraBold" pitchFamily="34" charset="0"/>
              </a:rPr>
              <a:t>.</a:t>
            </a:r>
          </a:p>
          <a:p>
            <a:pPr algn="ctr"/>
            <a:r>
              <a:rPr lang="en-US" altLang="ko-KR" sz="1600" dirty="0">
                <a:solidFill>
                  <a:srgbClr val="494949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에스코어 드림 7 ExtraBold" pitchFamily="34" charset="0"/>
              </a:rPr>
              <a:t>		</a:t>
            </a:r>
            <a:r>
              <a:rPr lang="ko-KR" altLang="en-US" sz="1600" dirty="0">
                <a:solidFill>
                  <a:srgbClr val="494949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에스코어 드림 7 ExtraBold" pitchFamily="34" charset="0"/>
              </a:rPr>
              <a:t>컨설팅 진행 </a:t>
            </a:r>
            <a:r>
              <a:rPr lang="en-US" altLang="ko-KR" sz="1600" dirty="0">
                <a:solidFill>
                  <a:srgbClr val="494949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에스코어 드림 7 ExtraBold" pitchFamily="34" charset="0"/>
              </a:rPr>
              <a:t>OK!</a:t>
            </a: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sz="1200" dirty="0"/>
          </a:p>
        </p:txBody>
      </p:sp>
      <p:pic>
        <p:nvPicPr>
          <p:cNvPr id="48" name="그래픽 47" descr="닫힌 따옴표 단색으로 채워진">
            <a:extLst>
              <a:ext uri="{FF2B5EF4-FFF2-40B4-BE49-F238E27FC236}">
                <a16:creationId xmlns:a16="http://schemas.microsoft.com/office/drawing/2014/main" id="{0725ACFE-4459-42A8-AFAC-94A5A35331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>
            <a:off x="2290496" y="3743596"/>
            <a:ext cx="914400" cy="914400"/>
          </a:xfrm>
          <a:prstGeom prst="rect">
            <a:avLst/>
          </a:prstGeom>
        </p:spPr>
      </p:pic>
      <p:pic>
        <p:nvPicPr>
          <p:cNvPr id="49" name="그래픽 48" descr="닫힌 따옴표 단색으로 채워진">
            <a:extLst>
              <a:ext uri="{FF2B5EF4-FFF2-40B4-BE49-F238E27FC236}">
                <a16:creationId xmlns:a16="http://schemas.microsoft.com/office/drawing/2014/main" id="{27511799-12B3-4E10-A87C-9847FB3C5D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60167" y="5161935"/>
            <a:ext cx="914400" cy="914400"/>
          </a:xfrm>
          <a:prstGeom prst="rect">
            <a:avLst/>
          </a:prstGeom>
        </p:spPr>
      </p:pic>
      <p:pic>
        <p:nvPicPr>
          <p:cNvPr id="60" name="그래픽 59" descr="건물 단색으로 채워진">
            <a:extLst>
              <a:ext uri="{FF2B5EF4-FFF2-40B4-BE49-F238E27FC236}">
                <a16:creationId xmlns:a16="http://schemas.microsoft.com/office/drawing/2014/main" id="{10B53D53-8FEB-426C-9A68-58DDFC71BE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9323049" y="4374719"/>
            <a:ext cx="1400676" cy="14006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36F412-9C5D-40C4-ADC0-C9918CD90983}"/>
              </a:ext>
            </a:extLst>
          </p:cNvPr>
          <p:cNvSpPr txBox="1"/>
          <p:nvPr/>
        </p:nvSpPr>
        <p:spPr>
          <a:xfrm>
            <a:off x="9409582" y="5709876"/>
            <a:ext cx="13999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Penta Cloud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4B8521-CA28-48E1-A914-C46074F8280B}"/>
              </a:ext>
            </a:extLst>
          </p:cNvPr>
          <p:cNvSpPr txBox="1"/>
          <p:nvPr/>
        </p:nvSpPr>
        <p:spPr>
          <a:xfrm>
            <a:off x="1332469" y="3140369"/>
            <a:ext cx="1333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Market Info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6641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1A205154-E479-4130-BDED-C1846F34E74C}"/>
              </a:ext>
            </a:extLst>
          </p:cNvPr>
          <p:cNvGrpSpPr/>
          <p:nvPr/>
        </p:nvGrpSpPr>
        <p:grpSpPr>
          <a:xfrm>
            <a:off x="0" y="-282706"/>
            <a:ext cx="12192000" cy="7140706"/>
            <a:chOff x="0" y="-282706"/>
            <a:chExt cx="12192000" cy="7140706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F46FCA5-2132-409C-BB87-3C73619940E8}"/>
                </a:ext>
              </a:extLst>
            </p:cNvPr>
            <p:cNvGrpSpPr/>
            <p:nvPr/>
          </p:nvGrpSpPr>
          <p:grpSpPr>
            <a:xfrm>
              <a:off x="0" y="-282706"/>
              <a:ext cx="12192000" cy="7140706"/>
              <a:chOff x="0" y="-282706"/>
              <a:chExt cx="12192000" cy="7140706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3171B696-1515-442A-B406-97D9A258A0D2}"/>
                  </a:ext>
                </a:extLst>
              </p:cNvPr>
              <p:cNvGrpSpPr/>
              <p:nvPr/>
            </p:nvGrpSpPr>
            <p:grpSpPr>
              <a:xfrm>
                <a:off x="11584941" y="-282706"/>
                <a:ext cx="607059" cy="6060974"/>
                <a:chOff x="11584941" y="-282706"/>
                <a:chExt cx="607059" cy="6060974"/>
              </a:xfrm>
            </p:grpSpPr>
            <p:pic>
              <p:nvPicPr>
                <p:cNvPr id="73" name="그림 72">
                  <a:extLst>
                    <a:ext uri="{FF2B5EF4-FFF2-40B4-BE49-F238E27FC236}">
                      <a16:creationId xmlns:a16="http://schemas.microsoft.com/office/drawing/2014/main" id="{E8508A10-9485-4CCF-9677-1B6BEDF106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76" name="그림 75">
                  <a:extLst>
                    <a:ext uri="{FF2B5EF4-FFF2-40B4-BE49-F238E27FC236}">
                      <a16:creationId xmlns:a16="http://schemas.microsoft.com/office/drawing/2014/main" id="{9524EDC5-387E-46A3-9A8E-00C6A92CE8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2092" y="737824"/>
                  <a:ext cx="451139" cy="3429468"/>
                </a:xfrm>
                <a:prstGeom prst="rect">
                  <a:avLst/>
                </a:prstGeom>
              </p:spPr>
            </p:pic>
            <p:pic>
              <p:nvPicPr>
                <p:cNvPr id="74" name="그림 73">
                  <a:extLst>
                    <a:ext uri="{FF2B5EF4-FFF2-40B4-BE49-F238E27FC236}">
                      <a16:creationId xmlns:a16="http://schemas.microsoft.com/office/drawing/2014/main" id="{E3179566-94CE-4013-9705-61CC32100E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75" name="그림 74">
                  <a:extLst>
                    <a:ext uri="{FF2B5EF4-FFF2-40B4-BE49-F238E27FC236}">
                      <a16:creationId xmlns:a16="http://schemas.microsoft.com/office/drawing/2014/main" id="{D494320D-A4BE-42E1-BEEB-570243F84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0359" y="1506481"/>
                  <a:ext cx="461641" cy="3524236"/>
                </a:xfrm>
                <a:prstGeom prst="rect">
                  <a:avLst/>
                </a:prstGeom>
              </p:spPr>
            </p:pic>
          </p:grpSp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525A1E7F-D1F2-40EC-B3D8-50D0C3DE80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53852" cy="6858000"/>
              </a:xfrm>
              <a:prstGeom prst="rect">
                <a:avLst/>
              </a:prstGeom>
            </p:spPr>
          </p:pic>
        </p:grp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2301FA35-F7BB-404A-8ED4-C1CA31126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7140218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altLang="ko-KR" sz="3330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Business Partner</a:t>
            </a:r>
          </a:p>
          <a:p>
            <a:pPr algn="just"/>
            <a:r>
              <a:rPr lang="en-US" altLang="ko-KR" sz="2500" dirty="0">
                <a:solidFill>
                  <a:srgbClr val="7BB6B4"/>
                </a:solidFill>
                <a:latin typeface="에스코어 드림 7 ExtraBold" pitchFamily="34" charset="0"/>
                <a:cs typeface="에스코어 드림 7 ExtraBold" pitchFamily="34" charset="0"/>
              </a:rPr>
              <a:t>&gt; AZ EC2 </a:t>
            </a:r>
            <a:r>
              <a:rPr lang="en-US" altLang="ko-KR" sz="2800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Auto </a:t>
            </a:r>
            <a:r>
              <a:rPr lang="en-US" altLang="ko-KR" sz="2800" dirty="0" err="1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Scailing</a:t>
            </a:r>
            <a:r>
              <a:rPr lang="en-US" altLang="ko-KR" sz="2800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</a:t>
            </a:r>
            <a:r>
              <a:rPr lang="en-US" altLang="ko-KR" sz="2800" dirty="0">
                <a:solidFill>
                  <a:srgbClr val="7BB6B4"/>
                </a:solidFill>
                <a:latin typeface="에스코어 드림 7 ExtraBold" pitchFamily="34" charset="0"/>
                <a:cs typeface="에스코어 드림 7 ExtraBold" pitchFamily="34" charset="0"/>
              </a:rPr>
              <a:t>NAT instance ELB</a:t>
            </a:r>
          </a:p>
          <a:p>
            <a:pPr algn="just"/>
            <a:endParaRPr lang="en-US" altLang="ko-KR" sz="280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altLang="ko-KR" sz="280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altLang="ko-KR" sz="2500" dirty="0">
              <a:solidFill>
                <a:srgbClr val="7BB6B4"/>
              </a:solidFill>
            </a:endParaRP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sz="1200" dirty="0"/>
          </a:p>
        </p:txBody>
      </p:sp>
      <p:sp>
        <p:nvSpPr>
          <p:cNvPr id="70" name="Object 26">
            <a:extLst>
              <a:ext uri="{FF2B5EF4-FFF2-40B4-BE49-F238E27FC236}">
                <a16:creationId xmlns:a16="http://schemas.microsoft.com/office/drawing/2014/main" id="{1401B94C-5034-4FCA-9AE5-76248E030B00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200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세부 요구사항</a:t>
            </a:r>
            <a:r>
              <a:rPr lang="en-US" altLang="ko-KR" sz="1200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1</a:t>
            </a:r>
            <a:endParaRPr lang="en-US" sz="1200" dirty="0">
              <a:solidFill>
                <a:srgbClr val="7BB6B4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A22DC5DC-C5C3-4A2C-83FA-D9062E442935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53F4EAB1-76FF-4DF5-9EB1-9ED40FDAD0DE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5B46C0D0-1339-4A98-83E0-97A0E7EB6C8A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9ACE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Consulting &amp; Solution </a:t>
              </a:r>
              <a:endParaRPr lang="ko-KR" altLang="en-US" sz="14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B5069A6-DD31-4545-BCB4-E73A8245FFA3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1CDC5AD0-A0FC-4A5D-8EC7-E209C8F1EA5A}"/>
                </a:ext>
              </a:extLst>
            </p:cNvPr>
            <p:cNvCxnSpPr/>
            <p:nvPr/>
          </p:nvCxnSpPr>
          <p:spPr>
            <a:xfrm>
              <a:off x="557807" y="380615"/>
              <a:ext cx="925218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이등변 삼각형 81">
              <a:extLst>
                <a:ext uri="{FF2B5EF4-FFF2-40B4-BE49-F238E27FC236}">
                  <a16:creationId xmlns:a16="http://schemas.microsoft.com/office/drawing/2014/main" id="{E4792D6C-A300-4E0A-B803-0F48D305B803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9ACE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10AF6A7-E930-4A17-89A6-8395150ECC32}"/>
              </a:ext>
            </a:extLst>
          </p:cNvPr>
          <p:cNvGrpSpPr/>
          <p:nvPr/>
        </p:nvGrpSpPr>
        <p:grpSpPr>
          <a:xfrm>
            <a:off x="11817346" y="2333743"/>
            <a:ext cx="400110" cy="2048590"/>
            <a:chOff x="11831634" y="697819"/>
            <a:chExt cx="400110" cy="20485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A790360-D651-4D2F-9367-1615B14A2E5B}"/>
                </a:ext>
              </a:extLst>
            </p:cNvPr>
            <p:cNvSpPr txBox="1"/>
            <p:nvPr/>
          </p:nvSpPr>
          <p:spPr>
            <a:xfrm>
              <a:off x="11831634" y="719251"/>
              <a:ext cx="400110" cy="202715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400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Consulting &amp; Solution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6871114A-DFEC-4451-A9F4-8DCC1FC73715}"/>
                </a:ext>
              </a:extLst>
            </p:cNvPr>
            <p:cNvCxnSpPr>
              <a:cxnSpLocks/>
            </p:cNvCxnSpPr>
            <p:nvPr/>
          </p:nvCxnSpPr>
          <p:spPr>
            <a:xfrm>
              <a:off x="11884380" y="697819"/>
              <a:ext cx="0" cy="204859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E925431-766B-4929-8A97-4D8B994DE21B}"/>
              </a:ext>
            </a:extLst>
          </p:cNvPr>
          <p:cNvSpPr/>
          <p:nvPr/>
        </p:nvSpPr>
        <p:spPr>
          <a:xfrm>
            <a:off x="1454332" y="2094700"/>
            <a:ext cx="4214948" cy="3270353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Object 44">
            <a:extLst>
              <a:ext uri="{FF2B5EF4-FFF2-40B4-BE49-F238E27FC236}">
                <a16:creationId xmlns:a16="http://schemas.microsoft.com/office/drawing/2014/main" id="{29445FC0-97DE-40B0-8316-C5D885F3EDF1}"/>
              </a:ext>
            </a:extLst>
          </p:cNvPr>
          <p:cNvSpPr txBox="1"/>
          <p:nvPr/>
        </p:nvSpPr>
        <p:spPr>
          <a:xfrm>
            <a:off x="2540453" y="5443655"/>
            <a:ext cx="1174971" cy="335229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600" kern="0" spc="-67" dirty="0">
                <a:solidFill>
                  <a:srgbClr val="494949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가용 영역</a:t>
            </a:r>
            <a:endParaRPr lang="en-US" sz="1400" dirty="0">
              <a:solidFill>
                <a:srgbClr val="494949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38" name="그래픽 37" descr="오른쪽 캐럿 단색으로 채워진">
            <a:extLst>
              <a:ext uri="{FF2B5EF4-FFF2-40B4-BE49-F238E27FC236}">
                <a16:creationId xmlns:a16="http://schemas.microsoft.com/office/drawing/2014/main" id="{0B75E1FA-E49D-47F9-A38A-32E30AB77F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38800" y="2971799"/>
            <a:ext cx="914400" cy="91440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B14839DF-E5D9-4901-BDB3-46B3F1A4A4C0}"/>
              </a:ext>
            </a:extLst>
          </p:cNvPr>
          <p:cNvGrpSpPr/>
          <p:nvPr/>
        </p:nvGrpSpPr>
        <p:grpSpPr>
          <a:xfrm>
            <a:off x="6791448" y="1968844"/>
            <a:ext cx="1081477" cy="1280875"/>
            <a:chOff x="6721779" y="2514599"/>
            <a:chExt cx="1081477" cy="1280875"/>
          </a:xfrm>
        </p:grpSpPr>
        <p:pic>
          <p:nvPicPr>
            <p:cNvPr id="5" name="그래픽 4" descr="프로세서 윤곽선">
              <a:extLst>
                <a:ext uri="{FF2B5EF4-FFF2-40B4-BE49-F238E27FC236}">
                  <a16:creationId xmlns:a16="http://schemas.microsoft.com/office/drawing/2014/main" id="{10C42633-BF60-4747-BD0C-6845BA7CB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721779" y="2514599"/>
              <a:ext cx="1072392" cy="107239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24122AE-ABAA-44D0-BF99-45EA6AD66248}"/>
                </a:ext>
              </a:extLst>
            </p:cNvPr>
            <p:cNvSpPr txBox="1"/>
            <p:nvPr/>
          </p:nvSpPr>
          <p:spPr>
            <a:xfrm>
              <a:off x="6975942" y="3456920"/>
              <a:ext cx="8273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rgbClr val="7BB6B4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EC2</a:t>
              </a:r>
              <a:endParaRPr lang="ko-KR" altLang="en-US" sz="1600" b="1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8164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21FC026B-82A2-47F1-B69E-9AF12B41A423}"/>
              </a:ext>
            </a:extLst>
          </p:cNvPr>
          <p:cNvGrpSpPr/>
          <p:nvPr/>
        </p:nvGrpSpPr>
        <p:grpSpPr>
          <a:xfrm>
            <a:off x="0" y="-282706"/>
            <a:ext cx="12192000" cy="7140706"/>
            <a:chOff x="0" y="-282706"/>
            <a:chExt cx="12192000" cy="7140706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3171B696-1515-442A-B406-97D9A258A0D2}"/>
                </a:ext>
              </a:extLst>
            </p:cNvPr>
            <p:cNvGrpSpPr/>
            <p:nvPr/>
          </p:nvGrpSpPr>
          <p:grpSpPr>
            <a:xfrm>
              <a:off x="11579951" y="-282706"/>
              <a:ext cx="612049" cy="6098752"/>
              <a:chOff x="11579951" y="-282706"/>
              <a:chExt cx="612049" cy="6098752"/>
            </a:xfrm>
          </p:grpSpPr>
          <p:pic>
            <p:nvPicPr>
              <p:cNvPr id="73" name="그림 72">
                <a:extLst>
                  <a:ext uri="{FF2B5EF4-FFF2-40B4-BE49-F238E27FC236}">
                    <a16:creationId xmlns:a16="http://schemas.microsoft.com/office/drawing/2014/main" id="{E8508A10-9485-4CCF-9677-1B6BEDF106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84941" y="-282706"/>
                <a:ext cx="456651" cy="3486140"/>
              </a:xfrm>
              <a:prstGeom prst="rect">
                <a:avLst/>
              </a:prstGeom>
            </p:spPr>
          </p:pic>
          <p:pic>
            <p:nvPicPr>
              <p:cNvPr id="76" name="그림 75">
                <a:extLst>
                  <a:ext uri="{FF2B5EF4-FFF2-40B4-BE49-F238E27FC236}">
                    <a16:creationId xmlns:a16="http://schemas.microsoft.com/office/drawing/2014/main" id="{9524EDC5-387E-46A3-9A8E-00C6A92CE8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2092" y="737824"/>
                <a:ext cx="451139" cy="3429468"/>
              </a:xfrm>
              <a:prstGeom prst="rect">
                <a:avLst/>
              </a:prstGeom>
            </p:spPr>
          </p:pic>
          <p:pic>
            <p:nvPicPr>
              <p:cNvPr id="75" name="그림 74">
                <a:extLst>
                  <a:ext uri="{FF2B5EF4-FFF2-40B4-BE49-F238E27FC236}">
                    <a16:creationId xmlns:a16="http://schemas.microsoft.com/office/drawing/2014/main" id="{D494320D-A4BE-42E1-BEEB-570243F844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79951" y="1460364"/>
                <a:ext cx="461641" cy="3524236"/>
              </a:xfrm>
              <a:prstGeom prst="rect">
                <a:avLst/>
              </a:prstGeom>
            </p:spPr>
          </p:pic>
          <p:pic>
            <p:nvPicPr>
              <p:cNvPr id="74" name="그림 73">
                <a:extLst>
                  <a:ext uri="{FF2B5EF4-FFF2-40B4-BE49-F238E27FC236}">
                    <a16:creationId xmlns:a16="http://schemas.microsoft.com/office/drawing/2014/main" id="{E3179566-94CE-4013-9705-61CC32100E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40861" y="2371989"/>
                <a:ext cx="451139" cy="3444057"/>
              </a:xfrm>
              <a:prstGeom prst="rect">
                <a:avLst/>
              </a:prstGeom>
            </p:spPr>
          </p:pic>
        </p:grp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5BEA3E2-95EC-4892-B6D5-9E41894EC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1753854" cy="6858000"/>
            </a:xfrm>
            <a:prstGeom prst="rect">
              <a:avLst/>
            </a:prstGeom>
          </p:spPr>
        </p:pic>
      </p:grpSp>
      <p:pic>
        <p:nvPicPr>
          <p:cNvPr id="65" name="그림 64">
            <a:extLst>
              <a:ext uri="{FF2B5EF4-FFF2-40B4-BE49-F238E27FC236}">
                <a16:creationId xmlns:a16="http://schemas.microsoft.com/office/drawing/2014/main" id="{2301FA35-F7BB-404A-8ED4-C1CA311260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79" y="103758"/>
            <a:ext cx="11398192" cy="6650483"/>
          </a:xfrm>
          <a:prstGeom prst="rect">
            <a:avLst/>
          </a:prstGeom>
        </p:spPr>
      </p:pic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altLang="ko-KR" sz="3330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Title</a:t>
            </a:r>
          </a:p>
          <a:p>
            <a:pPr algn="just"/>
            <a:r>
              <a:rPr lang="en-US" altLang="ko-KR" sz="2500" dirty="0">
                <a:solidFill>
                  <a:srgbClr val="AFC6D6"/>
                </a:solidFill>
                <a:latin typeface="에스코어 드림 7 ExtraBold" pitchFamily="34" charset="0"/>
                <a:cs typeface="에스코어 드림 7 ExtraBold" pitchFamily="34" charset="0"/>
              </a:rPr>
              <a:t>&gt; title</a:t>
            </a:r>
            <a:endParaRPr lang="en-US" altLang="ko-KR" sz="2500" dirty="0">
              <a:solidFill>
                <a:srgbClr val="AFC6D6"/>
              </a:solidFill>
            </a:endParaRP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sz="1200" dirty="0"/>
          </a:p>
        </p:txBody>
      </p:sp>
      <p:sp>
        <p:nvSpPr>
          <p:cNvPr id="70" name="Object 26">
            <a:extLst>
              <a:ext uri="{FF2B5EF4-FFF2-40B4-BE49-F238E27FC236}">
                <a16:creationId xmlns:a16="http://schemas.microsoft.com/office/drawing/2014/main" id="{1401B94C-5034-4FCA-9AE5-76248E030B00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200" dirty="0">
                <a:solidFill>
                  <a:srgbClr val="AFC6D6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제목</a:t>
            </a:r>
            <a:endParaRPr lang="en-US" sz="1200" dirty="0">
              <a:solidFill>
                <a:srgbClr val="AFC6D6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1669576-C145-419A-A651-9F3B6B37B379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53CBF9F1-5530-4E5E-B7A0-3B045722A771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C3223ED-371F-4053-B878-DE80649E9808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AFC6D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Conclusion</a:t>
              </a:r>
              <a:endParaRPr lang="ko-KR" altLang="en-US" sz="14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C3D4305-57B6-46BE-9FE0-E40F3C96A52B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DD5BDF9F-FF15-4AA3-9E28-596CA3C703AA}"/>
                </a:ext>
              </a:extLst>
            </p:cNvPr>
            <p:cNvCxnSpPr/>
            <p:nvPr/>
          </p:nvCxnSpPr>
          <p:spPr>
            <a:xfrm>
              <a:off x="557807" y="380615"/>
              <a:ext cx="925218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0A4A34F3-C738-4F3E-A8EB-2FE7A90184A8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AFC6D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1F09F69-19CB-4D18-8105-76CB2FC7F6D9}"/>
              </a:ext>
            </a:extLst>
          </p:cNvPr>
          <p:cNvGrpSpPr/>
          <p:nvPr/>
        </p:nvGrpSpPr>
        <p:grpSpPr>
          <a:xfrm>
            <a:off x="11770079" y="3341021"/>
            <a:ext cx="461665" cy="1378535"/>
            <a:chOff x="11770079" y="704963"/>
            <a:chExt cx="461665" cy="137853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9CF046A-603D-4ED1-80F0-970C7FAE5295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357103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Conclusion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789D16C3-91D5-42C9-AB5D-8F46A270E1DA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704963"/>
              <a:ext cx="0" cy="1378535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3526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4F206ED8-89E1-4980-BE23-DEB12472D4B9}"/>
              </a:ext>
            </a:extLst>
          </p:cNvPr>
          <p:cNvGrpSpPr/>
          <p:nvPr/>
        </p:nvGrpSpPr>
        <p:grpSpPr>
          <a:xfrm>
            <a:off x="0" y="-282706"/>
            <a:ext cx="12188134" cy="7140706"/>
            <a:chOff x="0" y="-282706"/>
            <a:chExt cx="12188134" cy="7140706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67DE840B-E890-421E-B720-6AE7A9DE2B9B}"/>
                </a:ext>
              </a:extLst>
            </p:cNvPr>
            <p:cNvGrpSpPr/>
            <p:nvPr/>
          </p:nvGrpSpPr>
          <p:grpSpPr>
            <a:xfrm>
              <a:off x="0" y="-282706"/>
              <a:ext cx="12188134" cy="7140706"/>
              <a:chOff x="0" y="-282706"/>
              <a:chExt cx="12188134" cy="7140706"/>
            </a:xfrm>
          </p:grpSpPr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FD9CC98F-8954-4C1E-8566-C49DC3211951}"/>
                  </a:ext>
                </a:extLst>
              </p:cNvPr>
              <p:cNvGrpSpPr/>
              <p:nvPr/>
            </p:nvGrpSpPr>
            <p:grpSpPr>
              <a:xfrm>
                <a:off x="11583229" y="-282706"/>
                <a:ext cx="604905" cy="6060974"/>
                <a:chOff x="11583229" y="-282706"/>
                <a:chExt cx="604905" cy="6060974"/>
              </a:xfrm>
            </p:grpSpPr>
            <p:pic>
              <p:nvPicPr>
                <p:cNvPr id="74" name="그림 73">
                  <a:extLst>
                    <a:ext uri="{FF2B5EF4-FFF2-40B4-BE49-F238E27FC236}">
                      <a16:creationId xmlns:a16="http://schemas.microsoft.com/office/drawing/2014/main" id="{91932ED7-E500-4602-A63B-1C0D516000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75" name="그림 74">
                  <a:extLst>
                    <a:ext uri="{FF2B5EF4-FFF2-40B4-BE49-F238E27FC236}">
                      <a16:creationId xmlns:a16="http://schemas.microsoft.com/office/drawing/2014/main" id="{16E33FF4-05AB-407E-9B43-A3C6BF3A4E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76" name="그림 75">
                  <a:extLst>
                    <a:ext uri="{FF2B5EF4-FFF2-40B4-BE49-F238E27FC236}">
                      <a16:creationId xmlns:a16="http://schemas.microsoft.com/office/drawing/2014/main" id="{57BA8713-1DFE-4378-A33D-010E39F789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3229" y="1495928"/>
                  <a:ext cx="461641" cy="3524236"/>
                </a:xfrm>
                <a:prstGeom prst="rect">
                  <a:avLst/>
                </a:prstGeom>
              </p:spPr>
            </p:pic>
            <p:pic>
              <p:nvPicPr>
                <p:cNvPr id="77" name="그림 76">
                  <a:extLst>
                    <a:ext uri="{FF2B5EF4-FFF2-40B4-BE49-F238E27FC236}">
                      <a16:creationId xmlns:a16="http://schemas.microsoft.com/office/drawing/2014/main" id="{0063F84E-971C-4D1B-9AEF-32E0D580C8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6995" y="737824"/>
                  <a:ext cx="451139" cy="3429468"/>
                </a:xfrm>
                <a:prstGeom prst="rect">
                  <a:avLst/>
                </a:prstGeom>
              </p:spPr>
            </p:pic>
          </p:grpSp>
          <p:pic>
            <p:nvPicPr>
              <p:cNvPr id="73" name="그림 72" descr="광장이(가) 표시된 사진&#10;&#10;자동 생성된 설명">
                <a:extLst>
                  <a:ext uri="{FF2B5EF4-FFF2-40B4-BE49-F238E27FC236}">
                    <a16:creationId xmlns:a16="http://schemas.microsoft.com/office/drawing/2014/main" id="{0F10ED75-3AAB-4409-A012-D2F74A64F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3717" cy="6858000"/>
              </a:xfrm>
              <a:prstGeom prst="rect">
                <a:avLst/>
              </a:prstGeom>
            </p:spPr>
          </p:pic>
        </p:grp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54CCEB80-98CF-4409-89A2-987B65019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3334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Penta Cloud</a:t>
            </a:r>
            <a:endParaRPr lang="en-US" sz="1200" dirty="0"/>
          </a:p>
        </p:txBody>
      </p:sp>
      <p:sp>
        <p:nvSpPr>
          <p:cNvPr id="71" name="Object 13">
            <a:extLst>
              <a:ext uri="{FF2B5EF4-FFF2-40B4-BE49-F238E27FC236}">
                <a16:creationId xmlns:a16="http://schemas.microsoft.com/office/drawing/2014/main" id="{EFFCE490-FF12-40B4-BB32-6537FEA6DFD7}"/>
              </a:ext>
            </a:extLst>
          </p:cNvPr>
          <p:cNvSpPr txBox="1"/>
          <p:nvPr/>
        </p:nvSpPr>
        <p:spPr>
          <a:xfrm>
            <a:off x="4369464" y="5349720"/>
            <a:ext cx="5511553" cy="370352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1600" kern="0" spc="-67" dirty="0">
                <a:solidFill>
                  <a:srgbClr val="7BB6B4"/>
                </a:solidFill>
                <a:latin typeface="에스코어 드림 5 Medium" pitchFamily="34" charset="0"/>
                <a:cs typeface="에스코어 드림 5 Medium" pitchFamily="34" charset="0"/>
              </a:rPr>
              <a:t> Penta Cloud의 핵심 업무 영역</a:t>
            </a:r>
            <a:endParaRPr lang="en-US" sz="1600" dirty="0">
              <a:solidFill>
                <a:srgbClr val="7BB6B4"/>
              </a:solidFill>
            </a:endParaRPr>
          </a:p>
        </p:txBody>
      </p:sp>
      <p:sp>
        <p:nvSpPr>
          <p:cNvPr id="48" name="Object 26">
            <a:extLst>
              <a:ext uri="{FF2B5EF4-FFF2-40B4-BE49-F238E27FC236}">
                <a16:creationId xmlns:a16="http://schemas.microsoft.com/office/drawing/2014/main" id="{AE5A2308-8155-4147-8F18-EF65374A1E3E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133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6 Bold" pitchFamily="34" charset="0"/>
              </a:rPr>
              <a:t>개발사 업무 영역</a:t>
            </a:r>
            <a:endParaRPr lang="en-US" sz="1200" dirty="0">
              <a:solidFill>
                <a:srgbClr val="7BB6B4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4A1362E6-52A0-4B9B-B341-8D604C76B4D5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29042B2-C0EE-4884-A98B-3592EA8ABE8B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A7C86808-138D-4A86-9F1D-F7AAA3F2CA65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i="0" dirty="0">
                  <a:solidFill>
                    <a:schemeClr val="bg1"/>
                  </a:solidFill>
                  <a:effectLst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SCENARIO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0DDD5E20-1023-48EF-B49A-F5CF37D76FD2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3606B292-0CC7-4E58-96F2-BD5B1D8587D9}"/>
                </a:ext>
              </a:extLst>
            </p:cNvPr>
            <p:cNvCxnSpPr>
              <a:cxnSpLocks/>
            </p:cNvCxnSpPr>
            <p:nvPr/>
          </p:nvCxnSpPr>
          <p:spPr>
            <a:xfrm>
              <a:off x="597067" y="364804"/>
              <a:ext cx="893082" cy="822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이등변 삼각형 88">
              <a:extLst>
                <a:ext uri="{FF2B5EF4-FFF2-40B4-BE49-F238E27FC236}">
                  <a16:creationId xmlns:a16="http://schemas.microsoft.com/office/drawing/2014/main" id="{2B85D8A0-2A50-4E27-823A-B2B56F83B382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63B6574-6F33-4628-8F6C-FEB247FB5D2E}"/>
              </a:ext>
            </a:extLst>
          </p:cNvPr>
          <p:cNvGrpSpPr/>
          <p:nvPr/>
        </p:nvGrpSpPr>
        <p:grpSpPr>
          <a:xfrm>
            <a:off x="11770079" y="1590793"/>
            <a:ext cx="461665" cy="1127312"/>
            <a:chOff x="11770079" y="719251"/>
            <a:chExt cx="461665" cy="112731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D85B39E-74F0-4A85-A5E9-192CF5B4F0FA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10588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Scenario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CD2E4908-B06D-4A13-8037-0AFD710DDB58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719251"/>
              <a:ext cx="0" cy="1127312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1003">
            <a:extLst>
              <a:ext uri="{FF2B5EF4-FFF2-40B4-BE49-F238E27FC236}">
                <a16:creationId xmlns:a16="http://schemas.microsoft.com/office/drawing/2014/main" id="{75031D04-5C75-4B24-B875-335D0842BC04}"/>
              </a:ext>
            </a:extLst>
          </p:cNvPr>
          <p:cNvGrpSpPr/>
          <p:nvPr/>
        </p:nvGrpSpPr>
        <p:grpSpPr>
          <a:xfrm>
            <a:off x="1491271" y="2696672"/>
            <a:ext cx="2258873" cy="2164568"/>
            <a:chOff x="3109028" y="4201316"/>
            <a:chExt cx="2811043" cy="2640207"/>
          </a:xfrm>
        </p:grpSpPr>
        <p:sp>
          <p:nvSpPr>
            <p:cNvPr id="42" name="Object 16">
              <a:extLst>
                <a:ext uri="{FF2B5EF4-FFF2-40B4-BE49-F238E27FC236}">
                  <a16:creationId xmlns:a16="http://schemas.microsoft.com/office/drawing/2014/main" id="{50C8073F-D18F-4833-9E88-3CF5259B90D0}"/>
                </a:ext>
              </a:extLst>
            </p:cNvPr>
            <p:cNvSpPr txBox="1"/>
            <p:nvPr/>
          </p:nvSpPr>
          <p:spPr>
            <a:xfrm>
              <a:off x="3109028" y="6475817"/>
              <a:ext cx="2811043" cy="365706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ctr"/>
              <a:r>
                <a:rPr lang="en-US" sz="1200" b="1" dirty="0">
                  <a:solidFill>
                    <a:srgbClr val="7BB6B4"/>
                  </a:solidFill>
                  <a:latin typeface="G마켓 산스 Bold" pitchFamily="34" charset="0"/>
                  <a:cs typeface="G마켓 산스 Bold" pitchFamily="34" charset="0"/>
                </a:rPr>
                <a:t>Marketing Agency</a:t>
              </a:r>
              <a:endParaRPr lang="en-US" sz="1600" b="1" dirty="0"/>
            </a:p>
          </p:txBody>
        </p:sp>
        <p:grpSp>
          <p:nvGrpSpPr>
            <p:cNvPr id="43" name="그룹 1004">
              <a:extLst>
                <a:ext uri="{FF2B5EF4-FFF2-40B4-BE49-F238E27FC236}">
                  <a16:creationId xmlns:a16="http://schemas.microsoft.com/office/drawing/2014/main" id="{4B5EEC74-EAB8-43DE-A2AC-78A341CCED2A}"/>
                </a:ext>
              </a:extLst>
            </p:cNvPr>
            <p:cNvGrpSpPr/>
            <p:nvPr/>
          </p:nvGrpSpPr>
          <p:grpSpPr>
            <a:xfrm>
              <a:off x="3548271" y="4201316"/>
              <a:ext cx="1932558" cy="1635234"/>
              <a:chOff x="3548271" y="4201316"/>
              <a:chExt cx="1932558" cy="1635234"/>
            </a:xfrm>
          </p:grpSpPr>
          <p:pic>
            <p:nvPicPr>
              <p:cNvPr id="44" name="Object 17">
                <a:extLst>
                  <a:ext uri="{FF2B5EF4-FFF2-40B4-BE49-F238E27FC236}">
                    <a16:creationId xmlns:a16="http://schemas.microsoft.com/office/drawing/2014/main" id="{B01BEE30-E7B7-458A-94DB-51F6195D0B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548271" y="4201316"/>
                <a:ext cx="1932558" cy="1635234"/>
              </a:xfrm>
              <a:prstGeom prst="rect">
                <a:avLst/>
              </a:prstGeom>
            </p:spPr>
          </p:pic>
        </p:grpSp>
      </p:grpSp>
      <p:grpSp>
        <p:nvGrpSpPr>
          <p:cNvPr id="46" name="그룹 1005">
            <a:extLst>
              <a:ext uri="{FF2B5EF4-FFF2-40B4-BE49-F238E27FC236}">
                <a16:creationId xmlns:a16="http://schemas.microsoft.com/office/drawing/2014/main" id="{923A1515-D912-4CE3-B4D2-F6B560A748C8}"/>
              </a:ext>
            </a:extLst>
          </p:cNvPr>
          <p:cNvGrpSpPr/>
          <p:nvPr/>
        </p:nvGrpSpPr>
        <p:grpSpPr>
          <a:xfrm>
            <a:off x="7808289" y="2762780"/>
            <a:ext cx="2442666" cy="2420614"/>
            <a:chOff x="12598155" y="4300477"/>
            <a:chExt cx="3039765" cy="2952516"/>
          </a:xfrm>
        </p:grpSpPr>
        <p:sp>
          <p:nvSpPr>
            <p:cNvPr id="49" name="Object 22">
              <a:extLst>
                <a:ext uri="{FF2B5EF4-FFF2-40B4-BE49-F238E27FC236}">
                  <a16:creationId xmlns:a16="http://schemas.microsoft.com/office/drawing/2014/main" id="{8B139E95-343F-4C5E-8A08-8276C7A62F54}"/>
                </a:ext>
              </a:extLst>
            </p:cNvPr>
            <p:cNvSpPr txBox="1"/>
            <p:nvPr/>
          </p:nvSpPr>
          <p:spPr>
            <a:xfrm>
              <a:off x="12598155" y="6468251"/>
              <a:ext cx="3039765" cy="784742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ctr"/>
              <a:r>
                <a:rPr lang="en-US" sz="1200" b="1" dirty="0">
                  <a:solidFill>
                    <a:srgbClr val="7BB6B4"/>
                  </a:solidFill>
                  <a:latin typeface="G마켓 산스 Bold" pitchFamily="34" charset="0"/>
                  <a:cs typeface="G마켓 산스 Bold" pitchFamily="34" charset="0"/>
                </a:rPr>
                <a:t>Integrated Support System</a:t>
              </a:r>
              <a:endParaRPr lang="en-US" sz="1600" b="1" dirty="0"/>
            </a:p>
          </p:txBody>
        </p:sp>
        <p:grpSp>
          <p:nvGrpSpPr>
            <p:cNvPr id="51" name="그룹 1006">
              <a:extLst>
                <a:ext uri="{FF2B5EF4-FFF2-40B4-BE49-F238E27FC236}">
                  <a16:creationId xmlns:a16="http://schemas.microsoft.com/office/drawing/2014/main" id="{4A3C4630-32D6-4A12-9948-A81C11754326}"/>
                </a:ext>
              </a:extLst>
            </p:cNvPr>
            <p:cNvGrpSpPr/>
            <p:nvPr/>
          </p:nvGrpSpPr>
          <p:grpSpPr>
            <a:xfrm>
              <a:off x="12824603" y="4300477"/>
              <a:ext cx="2335134" cy="1767377"/>
              <a:chOff x="12824603" y="4300477"/>
              <a:chExt cx="2335134" cy="1767377"/>
            </a:xfrm>
          </p:grpSpPr>
          <p:pic>
            <p:nvPicPr>
              <p:cNvPr id="52" name="Object 23">
                <a:extLst>
                  <a:ext uri="{FF2B5EF4-FFF2-40B4-BE49-F238E27FC236}">
                    <a16:creationId xmlns:a16="http://schemas.microsoft.com/office/drawing/2014/main" id="{155A1987-FAB5-4A9A-A69F-5ED71C3D05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2824603" y="4300477"/>
                <a:ext cx="2335134" cy="1767377"/>
              </a:xfrm>
              <a:prstGeom prst="rect">
                <a:avLst/>
              </a:prstGeom>
            </p:spPr>
          </p:pic>
        </p:grpSp>
      </p:grpSp>
      <p:grpSp>
        <p:nvGrpSpPr>
          <p:cNvPr id="53" name="그룹 1007">
            <a:extLst>
              <a:ext uri="{FF2B5EF4-FFF2-40B4-BE49-F238E27FC236}">
                <a16:creationId xmlns:a16="http://schemas.microsoft.com/office/drawing/2014/main" id="{2EAE3967-518D-4BE7-8132-57855A2DF47F}"/>
              </a:ext>
            </a:extLst>
          </p:cNvPr>
          <p:cNvGrpSpPr/>
          <p:nvPr/>
        </p:nvGrpSpPr>
        <p:grpSpPr>
          <a:xfrm>
            <a:off x="4677033" y="2202134"/>
            <a:ext cx="2204368" cy="3002652"/>
            <a:chOff x="7928644" y="3459508"/>
            <a:chExt cx="2743215" cy="3662450"/>
          </a:xfrm>
        </p:grpSpPr>
        <p:grpSp>
          <p:nvGrpSpPr>
            <p:cNvPr id="54" name="그룹 1008">
              <a:extLst>
                <a:ext uri="{FF2B5EF4-FFF2-40B4-BE49-F238E27FC236}">
                  <a16:creationId xmlns:a16="http://schemas.microsoft.com/office/drawing/2014/main" id="{0235B4F8-B277-4BEB-ADE0-73777B2F614D}"/>
                </a:ext>
              </a:extLst>
            </p:cNvPr>
            <p:cNvGrpSpPr/>
            <p:nvPr/>
          </p:nvGrpSpPr>
          <p:grpSpPr>
            <a:xfrm>
              <a:off x="7959382" y="3459508"/>
              <a:ext cx="2712477" cy="2712477"/>
              <a:chOff x="7959382" y="3459508"/>
              <a:chExt cx="2712477" cy="2712477"/>
            </a:xfrm>
          </p:grpSpPr>
          <p:grpSp>
            <p:nvGrpSpPr>
              <p:cNvPr id="78" name="그룹 1009">
                <a:extLst>
                  <a:ext uri="{FF2B5EF4-FFF2-40B4-BE49-F238E27FC236}">
                    <a16:creationId xmlns:a16="http://schemas.microsoft.com/office/drawing/2014/main" id="{10A97887-3E5B-4CE5-B0AC-F232E1A727D8}"/>
                  </a:ext>
                </a:extLst>
              </p:cNvPr>
              <p:cNvGrpSpPr/>
              <p:nvPr/>
            </p:nvGrpSpPr>
            <p:grpSpPr>
              <a:xfrm>
                <a:off x="7959382" y="3459508"/>
                <a:ext cx="2712477" cy="2712477"/>
                <a:chOff x="7959382" y="3459508"/>
                <a:chExt cx="2712477" cy="2712477"/>
              </a:xfrm>
            </p:grpSpPr>
            <p:pic>
              <p:nvPicPr>
                <p:cNvPr id="81" name="Object 29">
                  <a:extLst>
                    <a:ext uri="{FF2B5EF4-FFF2-40B4-BE49-F238E27FC236}">
                      <a16:creationId xmlns:a16="http://schemas.microsoft.com/office/drawing/2014/main" id="{18BB0CAF-584F-47AD-9B73-03598F902D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7959382" y="3459508"/>
                  <a:ext cx="2712477" cy="2712477"/>
                </a:xfrm>
                <a:prstGeom prst="rect">
                  <a:avLst/>
                </a:prstGeom>
              </p:spPr>
            </p:pic>
          </p:grpSp>
          <p:grpSp>
            <p:nvGrpSpPr>
              <p:cNvPr id="79" name="그룹 1010">
                <a:extLst>
                  <a:ext uri="{FF2B5EF4-FFF2-40B4-BE49-F238E27FC236}">
                    <a16:creationId xmlns:a16="http://schemas.microsoft.com/office/drawing/2014/main" id="{01C62317-8FDB-4979-BCC7-3BC82EA4E665}"/>
                  </a:ext>
                </a:extLst>
              </p:cNvPr>
              <p:cNvGrpSpPr/>
              <p:nvPr/>
            </p:nvGrpSpPr>
            <p:grpSpPr>
              <a:xfrm>
                <a:off x="8583227" y="4033600"/>
                <a:ext cx="1464788" cy="1564293"/>
                <a:chOff x="8583227" y="4033600"/>
                <a:chExt cx="1464788" cy="1564293"/>
              </a:xfrm>
            </p:grpSpPr>
            <p:pic>
              <p:nvPicPr>
                <p:cNvPr id="80" name="Object 32">
                  <a:extLst>
                    <a:ext uri="{FF2B5EF4-FFF2-40B4-BE49-F238E27FC236}">
                      <a16:creationId xmlns:a16="http://schemas.microsoft.com/office/drawing/2014/main" id="{B0C01A71-1800-4658-BE09-ED4F509232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 cstate="print"/>
                <a:stretch>
                  <a:fillRect/>
                </a:stretch>
              </p:blipFill>
              <p:spPr>
                <a:xfrm>
                  <a:off x="8583227" y="4033600"/>
                  <a:ext cx="1464788" cy="1564293"/>
                </a:xfrm>
                <a:prstGeom prst="rect">
                  <a:avLst/>
                </a:prstGeom>
              </p:spPr>
            </p:pic>
          </p:grpSp>
        </p:grpSp>
        <p:sp>
          <p:nvSpPr>
            <p:cNvPr id="55" name="Object 36">
              <a:extLst>
                <a:ext uri="{FF2B5EF4-FFF2-40B4-BE49-F238E27FC236}">
                  <a16:creationId xmlns:a16="http://schemas.microsoft.com/office/drawing/2014/main" id="{6CFCCC85-69E6-483E-A14C-5A1B9AE4DC34}"/>
                </a:ext>
              </a:extLst>
            </p:cNvPr>
            <p:cNvSpPr txBox="1"/>
            <p:nvPr/>
          </p:nvSpPr>
          <p:spPr>
            <a:xfrm>
              <a:off x="7928644" y="6337216"/>
              <a:ext cx="2743215" cy="784742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ctr"/>
              <a:r>
                <a:rPr lang="en-US" sz="1200" b="1" dirty="0">
                  <a:solidFill>
                    <a:srgbClr val="7BB6B4"/>
                  </a:solidFill>
                  <a:latin typeface="G마켓 산스 Bold" pitchFamily="34" charset="0"/>
                  <a:cs typeface="G마켓 산스 Bold" pitchFamily="34" charset="0"/>
                </a:rPr>
                <a:t>Cloud Foundation Service</a:t>
              </a:r>
              <a:endParaRPr 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09188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659</Words>
  <Application>Microsoft Office PowerPoint</Application>
  <PresentationFormat>와이드스크린</PresentationFormat>
  <Paragraphs>256</Paragraphs>
  <Slides>15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7" baseType="lpstr">
      <vt:lpstr>10X10</vt:lpstr>
      <vt:lpstr>G마켓 산스 Bold</vt:lpstr>
      <vt:lpstr>맑은 고딕</vt:lpstr>
      <vt:lpstr>에스코어 드림 3 Light</vt:lpstr>
      <vt:lpstr>에스코어 드림 4 Regular</vt:lpstr>
      <vt:lpstr>에스코어 드림 5 Medium</vt:lpstr>
      <vt:lpstr>에스코어 드림 6 Bold</vt:lpstr>
      <vt:lpstr>에스코어 드림 7 ExtraBold</vt:lpstr>
      <vt:lpstr>에스코어 드림 8 Heavy</vt:lpstr>
      <vt:lpstr>여기어때 잘난체 OTF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혜린</dc:creator>
  <cp:lastModifiedBy>김 혜린</cp:lastModifiedBy>
  <cp:revision>80</cp:revision>
  <dcterms:created xsi:type="dcterms:W3CDTF">2021-03-08T13:13:52Z</dcterms:created>
  <dcterms:modified xsi:type="dcterms:W3CDTF">2021-03-11T10:46:12Z</dcterms:modified>
</cp:coreProperties>
</file>